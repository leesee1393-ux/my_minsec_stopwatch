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de8d4b46224483" /><Relationship Type="http://schemas.openxmlformats.org/officeDocument/2006/relationships/extended-properties" Target="/docProps/app.xml" Id="Rd2557d03cc2e44d9" /><Relationship Type="http://schemas.openxmlformats.org/officeDocument/2006/relationships/officeDocument" Target="/ppt/presentation.xml" Id="R48f3b53b45c74894" /></Relationships>
</file>

<file path=ppt/presentation.xml><?xml version="1.0" encoding="utf-8"?>
<p:presentation xmlns:p="http://schemas.openxmlformats.org/presentationml/2006/main">
  <p:sldMasterIdLst>
    <p:sldMasterId xmlns:r="http://schemas.openxmlformats.org/officeDocument/2006/relationships" id="2147483648" r:id="Rd2f2546e6b63448a"/>
  </p:sldMasterIdLst>
  <p:notesMasterIdLst>
    <p:notesMasterId xmlns:r="http://schemas.openxmlformats.org/officeDocument/2006/relationships" r:id="Rffb65864090c4444"/>
  </p:notesMasterIdLst>
  <p:sldIdLst>
    <p:sldId xmlns:r="http://schemas.openxmlformats.org/officeDocument/2006/relationships" id="256" r:id="R90bb16b329f746a0"/>
    <p:sldId xmlns:r="http://schemas.openxmlformats.org/officeDocument/2006/relationships" id="257" r:id="R214fac9886c44d4f"/>
    <p:sldId xmlns:r="http://schemas.openxmlformats.org/officeDocument/2006/relationships" id="258" r:id="R24e5f9ed192c4159"/>
    <p:sldId xmlns:r="http://schemas.openxmlformats.org/officeDocument/2006/relationships" id="259" r:id="Rc6bf2d49a6844811"/>
    <p:sldId xmlns:r="http://schemas.openxmlformats.org/officeDocument/2006/relationships" id="260" r:id="R64c2f809f92f4048"/>
    <p:sldId xmlns:r="http://schemas.openxmlformats.org/officeDocument/2006/relationships" id="261" r:id="Reb0a6ea55a91415e"/>
    <p:sldId xmlns:r="http://schemas.openxmlformats.org/officeDocument/2006/relationships" id="262" r:id="R5b3fb80b99c74187"/>
    <p:sldId xmlns:r="http://schemas.openxmlformats.org/officeDocument/2006/relationships" id="263" r:id="R6436cb3de1b64907"/>
    <p:sldId xmlns:r="http://schemas.openxmlformats.org/officeDocument/2006/relationships" id="264" r:id="Rd7f8dd19d1514453"/>
    <p:sldId xmlns:r="http://schemas.openxmlformats.org/officeDocument/2006/relationships" id="265" r:id="Rb3d4fd40626a400b"/>
    <p:sldId xmlns:r="http://schemas.openxmlformats.org/officeDocument/2006/relationships" id="266" r:id="R8da0828041ca4b19"/>
    <p:sldId xmlns:r="http://schemas.openxmlformats.org/officeDocument/2006/relationships" id="267" r:id="R4c267ee38efe4ce2"/>
    <p:sldId xmlns:r="http://schemas.openxmlformats.org/officeDocument/2006/relationships" id="268" r:id="R0c123aae494f4999"/>
    <p:sldId xmlns:r="http://schemas.openxmlformats.org/officeDocument/2006/relationships" id="269" r:id="R7ae3304c94ce4c72"/>
    <p:sldId xmlns:r="http://schemas.openxmlformats.org/officeDocument/2006/relationships" id="270" r:id="R7a52e1c66da046de"/>
    <p:sldId xmlns:r="http://schemas.openxmlformats.org/officeDocument/2006/relationships" id="271" r:id="R42cc89b4f0404b51"/>
    <p:sldId xmlns:r="http://schemas.openxmlformats.org/officeDocument/2006/relationships" id="272" r:id="R421d9409a96e4409"/>
    <p:sldId xmlns:r="http://schemas.openxmlformats.org/officeDocument/2006/relationships" id="273" r:id="R3761adfcb0094d8f"/>
    <p:sldId xmlns:r="http://schemas.openxmlformats.org/officeDocument/2006/relationships" id="274" r:id="R44189f153caa4e9c"/>
    <p:sldId xmlns:r="http://schemas.openxmlformats.org/officeDocument/2006/relationships" id="275" r:id="R703021f5f31246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95ed13366542cc" /><Relationship Type="http://schemas.openxmlformats.org/officeDocument/2006/relationships/slideMaster" Target="/ppt/slideMasters/slideMaster1.xml" Id="Rd2f2546e6b63448a" /><Relationship Type="http://schemas.openxmlformats.org/officeDocument/2006/relationships/notesMaster" Target="/ppt/notesMasters/notesMaster1.xml" Id="Rffb65864090c4444" /><Relationship Type="http://schemas.openxmlformats.org/officeDocument/2006/relationships/presProps" Target="/ppt/presProps.xml" Id="Rcd0b71a449564701" /><Relationship Type="http://schemas.openxmlformats.org/officeDocument/2006/relationships/tableStyles" Target="/ppt/tableStyles.xml" Id="R81b520a58efb43fc" /><Relationship Type="http://schemas.openxmlformats.org/officeDocument/2006/relationships/slide" Target="/ppt/slides/slide1.xml" Id="R90bb16b329f746a0" /><Relationship Type="http://schemas.openxmlformats.org/officeDocument/2006/relationships/slide" Target="/ppt/slides/slide2.xml" Id="R214fac9886c44d4f" /><Relationship Type="http://schemas.openxmlformats.org/officeDocument/2006/relationships/slide" Target="/ppt/slides/slide3.xml" Id="R24e5f9ed192c4159" /><Relationship Type="http://schemas.openxmlformats.org/officeDocument/2006/relationships/slide" Target="/ppt/slides/slide4.xml" Id="Rc6bf2d49a6844811" /><Relationship Type="http://schemas.openxmlformats.org/officeDocument/2006/relationships/slide" Target="/ppt/slides/slide5.xml" Id="R64c2f809f92f4048" /><Relationship Type="http://schemas.openxmlformats.org/officeDocument/2006/relationships/slide" Target="/ppt/slides/slide6.xml" Id="Reb0a6ea55a91415e" /><Relationship Type="http://schemas.openxmlformats.org/officeDocument/2006/relationships/slide" Target="/ppt/slides/slide7.xml" Id="R5b3fb80b99c74187" /><Relationship Type="http://schemas.openxmlformats.org/officeDocument/2006/relationships/slide" Target="/ppt/slides/slide8.xml" Id="R6436cb3de1b64907" /><Relationship Type="http://schemas.openxmlformats.org/officeDocument/2006/relationships/slide" Target="/ppt/slides/slide9.xml" Id="Rd7f8dd19d1514453" /><Relationship Type="http://schemas.openxmlformats.org/officeDocument/2006/relationships/slide" Target="/ppt/slides/slide10.xml" Id="Rb3d4fd40626a400b" /><Relationship Type="http://schemas.openxmlformats.org/officeDocument/2006/relationships/slide" Target="/ppt/slides/slide11.xml" Id="R8da0828041ca4b19" /><Relationship Type="http://schemas.openxmlformats.org/officeDocument/2006/relationships/slide" Target="/ppt/slides/slide12.xml" Id="R4c267ee38efe4ce2" /><Relationship Type="http://schemas.openxmlformats.org/officeDocument/2006/relationships/slide" Target="/ppt/slides/slide13.xml" Id="R0c123aae494f4999" /><Relationship Type="http://schemas.openxmlformats.org/officeDocument/2006/relationships/slide" Target="/ppt/slides/slide14.xml" Id="R7ae3304c94ce4c72" /><Relationship Type="http://schemas.openxmlformats.org/officeDocument/2006/relationships/slide" Target="/ppt/slides/slide15.xml" Id="R7a52e1c66da046de" /><Relationship Type="http://schemas.openxmlformats.org/officeDocument/2006/relationships/slide" Target="/ppt/slides/slide16.xml" Id="R42cc89b4f0404b51" /><Relationship Type="http://schemas.openxmlformats.org/officeDocument/2006/relationships/slide" Target="/ppt/slides/slide17.xml" Id="R421d9409a96e4409" /><Relationship Type="http://schemas.openxmlformats.org/officeDocument/2006/relationships/slide" Target="/ppt/slides/slide18.xml" Id="R3761adfcb0094d8f" /><Relationship Type="http://schemas.openxmlformats.org/officeDocument/2006/relationships/slide" Target="/ppt/slides/slide19.xml" Id="R44189f153caa4e9c" /><Relationship Type="http://schemas.openxmlformats.org/officeDocument/2006/relationships/slide" Target="/ppt/slides/slide20.xml" Id="R703021f5f31246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01112af95c4c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34ddf75de4907" /><Relationship Type="http://schemas.openxmlformats.org/officeDocument/2006/relationships/notesMaster" Target="/ppt/notesMasters/notesMaster1.xml" Id="Rc4b16743b26447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e65951f5b54224" /><Relationship Type="http://schemas.openxmlformats.org/officeDocument/2006/relationships/notesMaster" Target="/ppt/notesMasters/notesMaster1.xml" Id="R3c7b23d16cb34a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ae8dc093004c3b" /><Relationship Type="http://schemas.openxmlformats.org/officeDocument/2006/relationships/notesMaster" Target="/ppt/notesMasters/notesMaster1.xml" Id="R736ff57451e743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9d896559d4bb1" /><Relationship Type="http://schemas.openxmlformats.org/officeDocument/2006/relationships/notesMaster" Target="/ppt/notesMasters/notesMaster1.xml" Id="Rda3b3fc51b724d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c5e32f71da4597" /><Relationship Type="http://schemas.openxmlformats.org/officeDocument/2006/relationships/notesMaster" Target="/ppt/notesMasters/notesMaster1.xml" Id="Rab975ae1e30340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f07a98719f4b7c" /><Relationship Type="http://schemas.openxmlformats.org/officeDocument/2006/relationships/notesMaster" Target="/ppt/notesMasters/notesMaster1.xml" Id="R2531a9154dbe45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5b01806e314198" /><Relationship Type="http://schemas.openxmlformats.org/officeDocument/2006/relationships/notesMaster" Target="/ppt/notesMasters/notesMaster1.xml" Id="R2b4a606034d743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dd50bca96e4a39" /><Relationship Type="http://schemas.openxmlformats.org/officeDocument/2006/relationships/notesMaster" Target="/ppt/notesMasters/notesMaster1.xml" Id="R9696cac4481345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ad85575f5347d4" /><Relationship Type="http://schemas.openxmlformats.org/officeDocument/2006/relationships/notesMaster" Target="/ppt/notesMasters/notesMaster1.xml" Id="R951fe19b156d4b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eb9e1a6fb44ca7" /><Relationship Type="http://schemas.openxmlformats.org/officeDocument/2006/relationships/notesMaster" Target="/ppt/notesMasters/notesMaster1.xml" Id="Re3e509ac8e5c44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5a08f1fa804770" /><Relationship Type="http://schemas.openxmlformats.org/officeDocument/2006/relationships/notesMaster" Target="/ppt/notesMasters/notesMaster1.xml" Id="R7693c4354ddb41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43659c33d94a2d" /><Relationship Type="http://schemas.openxmlformats.org/officeDocument/2006/relationships/notesMaster" Target="/ppt/notesMasters/notesMaster1.xml" Id="R75ca32782f0446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16a4ce823745e1" /><Relationship Type="http://schemas.openxmlformats.org/officeDocument/2006/relationships/notesMaster" Target="/ppt/notesMasters/notesMaster1.xml" Id="R47e5b1e0084a40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a844aae36b4356" /><Relationship Type="http://schemas.openxmlformats.org/officeDocument/2006/relationships/notesMaster" Target="/ppt/notesMasters/notesMaster1.xml" Id="R68e9dde5f6f44f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d39e07c3454a1f" /><Relationship Type="http://schemas.openxmlformats.org/officeDocument/2006/relationships/notesMaster" Target="/ppt/notesMasters/notesMaster1.xml" Id="R5c14aee24c1b46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21918526174d27" /><Relationship Type="http://schemas.openxmlformats.org/officeDocument/2006/relationships/notesMaster" Target="/ppt/notesMasters/notesMaster1.xml" Id="R8d77b12b901048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14f2d0e5134abc" /><Relationship Type="http://schemas.openxmlformats.org/officeDocument/2006/relationships/notesMaster" Target="/ppt/notesMasters/notesMaster1.xml" Id="R2af811e094b447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86fa199b2348a0" /><Relationship Type="http://schemas.openxmlformats.org/officeDocument/2006/relationships/notesMaster" Target="/ppt/notesMasters/notesMaster1.xml" Id="R19e578c386fe4c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2e8380ed9f4579" /><Relationship Type="http://schemas.openxmlformats.org/officeDocument/2006/relationships/notesMaster" Target="/ppt/notesMasters/notesMaster1.xml" Id="R90edc4b4f79e4f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d6c3b1e73947ca" /><Relationship Type="http://schemas.openxmlformats.org/officeDocument/2006/relationships/notesMaster" Target="/ppt/notesMasters/notesMaster1.xml" Id="R9dac5138aa964e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프로젝트는 BASYS3의 버튼과 4자리 7-segment 표시 장치를 이용한 분·초 시계와 스톱워치입니다. 오늘은 사용자가 버튼을 눌렀을 때 내부 상태와 시간이 어떻게 바뀌는지부터 설명하겠습니다. 이후 실제 테스트벤치의 파형을 보고, 이 설계와 연결되는 타이밍 개념을 정리하겠습니다.</a:t>
            </a:r>
          </a:p>
          <a:p xmlns:a="http://schemas.openxmlformats.org/drawingml/2006/main">
            <a:r>
              <a:t/>
            </a:r>
          </a:p>
          <a:p xmlns:a="http://schemas.openxmlformats.org/drawingml/2006/main">
            <a:r>
              <a:t>출처: D:/project/FPGA/ai2/my_minsec_stopwatch/refre/my_minsec_stopwatch.srcs/sources_1/imports/sources_1/new/top.v, main_controller.v, fnd_controller.v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시계는 전원이 켜진 뒤부터 흐른 시간을 표시하며, 시각을 설정하는 기능은 없습니다. 스톱워치는 분·초 단위로 동작합니다. 시계 카운터는 모든 모드에서 계속 증가하지만 스톱워치 카운터는 스톱워치 모드와 실행 플래그가 모두 참일 때만 증가합니다. 처음 스톱워치 모드에 들어가면 실행 플래그의 초기값이 1이므로 자동으로 카운트합니다.</a:t>
            </a:r>
          </a:p>
          <a:p xmlns:a="http://schemas.openxmlformats.org/drawingml/2006/main">
            <a:r>
              <a:t/>
            </a:r>
          </a:p>
          <a:p xmlns:a="http://schemas.openxmlformats.org/drawingml/2006/main">
            <a:r>
              <a:t>출처: D:/project/FPGA/ai2/my_minsec_stopwatch/refre/my_minsec_stopwatch.srcs/sources_1/imports/sources_1/new/main_controller.v:14–29, 48–68, 109–117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 버튼은 표시 모드를 전환합니다. 오른쪽 버튼은 스톱워치 모드에서만 실행과 정지를 바꿉니다. 가운데 버튼은 어느 모드에서든 스톱워치 값만 지웁니다. 중요한 점은 가운데 버튼이 실행 상태나 1초 분주기의 위상을 초기화하지 않는다는 것입니다. LED 0은 스톱워치 모드, LED 1은 스톱워치가 실제 실행 중인지 보여줍니다.</a:t>
            </a:r>
          </a:p>
          <a:p xmlns:a="http://schemas.openxmlformats.org/drawingml/2006/main">
            <a:r>
              <a:t/>
            </a:r>
          </a:p>
          <a:p xmlns:a="http://schemas.openxmlformats.org/drawingml/2006/main">
            <a:r>
              <a:t>출처: D:/project/FPGA/ai2/my_minsec_stopwatch/refre/my_minsec_stopwatch.srcs/sources_1/imports/sources_1/new/top.v; main_controller.v:93–102, 115–121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모듈은 입력 처리, 제어, 표시, 표시용 tick 생성을 연결합니다. 버튼은 debouncer를 거쳐 main_controller로 전달됩니다. main_controller 내부의 분주기는 시간 계산용 1초 tick을 만듭니다. 별도의 tick_generator는 FND 자리를 바꾸는 1 kHz 펄스를 만듭니다. 이 두 tick은 목적이 다릅니다. 현재 FND 자리 선택 회로는 1 kHz tick의 상승 에지를 클록처럼 사용합니다.</a:t>
            </a:r>
          </a:p>
          <a:p xmlns:a="http://schemas.openxmlformats.org/drawingml/2006/main">
            <a:r>
              <a:t/>
            </a:r>
          </a:p>
          <a:p xmlns:a="http://schemas.openxmlformats.org/drawingml/2006/main">
            <a:r>
              <a:t>출처: D:/project/FPGA/ai2/my_minsec_stopwatch/refre/my_minsec_stopwatch.srcs/sources_1/imports/sources_1/new/top.v:17–56; tick_generator.v; main_controller.v:28–29; fnd_controller.v:57–67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코드에는 enum으로 정의한 FSM이 없어서 두 플래그 조합을 상태도로 나타냈습니다. 리셋 후 상태는 CLOCK_R1입니다. 시계 모드에서도 running 값을 보존하므로 시계 상태는 두 개로 나눠야 합니다. BTN L은 가로로 이동하고 BTN R은 스톱워치 열에서만 위아래로 이동합니다. 스톱워치 정지 중 다섯 번째 1초 tick을 만나면 애니메이션을 켭니다. 이것은 별도의 표시 플래그이며 정지 상태를 바꾸지 않습니다. 어느 버튼이든 애니메이션을 해제합니다.</a:t>
            </a:r>
          </a:p>
          <a:p xmlns:a="http://schemas.openxmlformats.org/drawingml/2006/main">
            <a:r>
              <a:t/>
            </a:r>
          </a:p>
          <a:p xmlns:a="http://schemas.openxmlformats.org/drawingml/2006/main">
            <a:r>
              <a:t>출처: D:/project/FPGA/ai2/my_minsec_stopwatch/refre/my_minsec_stopwatch.srcs/sources_1/imports/sources_1/new/main_controller.v:20–25, 72–102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MHz 클록을 1억 번 세면 1초 tick이 나옵니다. 초가 59일 때 다음 tick에서 초를 0으로 바꾸고 분을 올립니다. 분도 59라면 00:00으로 돌아갑니다. 표시 데이터는 분 곱하기 100 더하기 초라서 12분 34초를 숫자 1234로 전달합니다. 시계와 스톱워치가 분주기를 공유하므로 모드 진입이나 재개 직후 첫 카운트까지의 시간은 1초보다 짧을 수 있습니다. 59초와 59분 경계는 RTL에서 확인한 조건이며 기존 테스트벤치는 해당 경계를 검사하지 않습니다.</a:t>
            </a:r>
          </a:p>
          <a:p xmlns:a="http://schemas.openxmlformats.org/drawingml/2006/main">
            <a:r>
              <a:t/>
            </a:r>
          </a:p>
          <a:p xmlns:a="http://schemas.openxmlformats.org/drawingml/2006/main">
            <a:r>
              <a:t>출처: D:/project/FPGA/ai2/my_minsec_stopwatch/refre/my_minsec_stopwatch.srcs/sources_1/imports/sources_1/new/main_controller.v:28, 48–68, 109–111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anode 방식의 네 자리는 한 번에 하나씩 켭니다. an 신호는 active low이므로 1110은 가장 오른쪽 자리 하나를 선택합니다. 1 ms마다 선택 자리가 바뀌어 네 자리를 한 바퀴 도는 데 4 ms가 걸립니다. 각 자리의 반복 주파수는 250 Hz이고 일반 표시에서 duty는 약 25%입니다. 이 그림은 소스의 선택 순서를 설명한 이상적인 스캔도입니다. 실제 보드 밝기나 잔상 측정 결과는 아닙니다.</a:t>
            </a:r>
          </a:p>
          <a:p xmlns:a="http://schemas.openxmlformats.org/drawingml/2006/main">
            <a:r>
              <a:t/>
            </a:r>
          </a:p>
          <a:p xmlns:a="http://schemas.openxmlformats.org/drawingml/2006/main">
            <a:r>
              <a:t>출처: D:/project/FPGA/ai2/my_minsec_stopwatch/refre/my_minsec_stopwatch.srcs/sources_1/imports/sources_1/new/tick_generator.v:10–12; fnd_controller.v:57–67, 107–128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w_second_tick은 카운터가 마지막 값인지 비교하는 신호입니다. 메인 always 블록은 계속 100 MHz 클록으로 동작하고 tick이 참인 사이클에서만 시간 값을 바꿉니다. 아래 코드에서 초 59에 대한 분기와 분 59에 대한 분기를 확인할 수 있습니다. nonblocking 대입을 사용하므로 이 조건문은 해당 에지 직전 값을 기준으로 판단합니다.</a:t>
            </a:r>
          </a:p>
          <a:p xmlns:a="http://schemas.openxmlformats.org/drawingml/2006/main">
            <a:r>
              <a:t/>
            </a:r>
          </a:p>
          <a:p xmlns:a="http://schemas.openxmlformats.org/drawingml/2006/main">
            <a:r>
              <a:t>출처: D:/project/FPGA/ai2/my_minsec_stopwatch/refre/my_minsec_stopwatch.srcs/sources_1/imports/sources_1/new/main_controller.v:28, 48–58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버튼 레벨이 1인 동안 매 클록마다 모드를 바꾸면 안 되므로 이전 값과 현재 값을 비교해 상승 에지만 검출합니다. 왼쪽 버튼은 모드 비트를 반전시키고 오른쪽 버튼은 스톱워치 모드에서 running 비트를 반전시킵니다. 가운데 버튼의 if문에는 모드 조건이 없으므로 시계 모드에서도 스톱워치 값이 초기화됩니다. 각 if문은 서로 독립이라 동시 버튼 입력의 정책은 따로 테스트해야 합니다.</a:t>
            </a:r>
          </a:p>
          <a:p xmlns:a="http://schemas.openxmlformats.org/drawingml/2006/main">
            <a:r>
              <a:t/>
            </a:r>
          </a:p>
          <a:p xmlns:a="http://schemas.openxmlformats.org/drawingml/2006/main">
            <a:r>
              <a:t>출처: D:/project/FPGA/ai2/my_minsec_stopwatch/refre/my_minsec_stopwatch.srcs/sources_1/imports/sources_1/new/main_controller.v:29–32, 46, 93–102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테스트벤치는 10 ns 주기의 클록을 사용합니다. 실제 하드웨어의 클록 주기를 바꾼 것이 아니라 DUT의 CLK_FREQ 파라미터를 10으로 줄여서 시뮬레이션상 100 ns마다 논리적인 1초 tick을 만듭니다. 버튼은 클록 하강 에지에서 바꾸고 상승 에지 뒤 1 ns에 결과를 검사해서 대입 갱신 이후의 값을 봅니다. 테스트는 초기 카운트, 모드 전환, 정지와 애니메이션 시작, 재개, 초기화 및 일부 표시 패턴을 확인합니다.</a:t>
            </a:r>
          </a:p>
          <a:p xmlns:a="http://schemas.openxmlformats.org/drawingml/2006/main">
            <a:r>
              <a:t/>
            </a:r>
          </a:p>
          <a:p xmlns:a="http://schemas.openxmlformats.org/drawingml/2006/main">
            <a:r>
              <a:t>출처: D:/project/FPGA/ai2/my_minsec_stopwatch/refre/my_minsec_stopwatch.sim/sim_1/new/main_controller_tb.v:16–95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파형은 기존 테스트벤치를 실행해 기록한 VCD에서 가져왔습니다. 가로축은 시뮬레이션 시간이며 실제 1초가 100 ns로 압축되어 있습니다. 먼저 mode가 올라가고 스톱워치 초 값이 증가하는 구간을 봅니다. running이 내려가면 SW seconds가 유지되고, 다섯 번째 tick 뒤에 animation이 올라옵니다. 재개 버튼 뒤에는 애니메이션이 꺼지고 카운트가 다시 증가합니다. BTN C 뒤에는 SW seconds가 0이 됩니다. 테스트는 851 ns에서 PASS로 종료했습니다. 이 결과는 RTL 동작 검증이며 보드 측정 결과는 아닙니다.</a:t>
            </a:r>
          </a:p>
          <a:p xmlns:a="http://schemas.openxmlformats.org/drawingml/2006/main">
            <a:r>
              <a:t/>
            </a:r>
          </a:p>
          <a:p xmlns:a="http://schemas.openxmlformats.org/drawingml/2006/main">
            <a:r>
              <a:t>출처: D:/project/FPGA/ai2/my_minsec_stopwatch/refre/my_minsec_stopwatch.sim/sim_1/new/main_controller_tb.v; 같은 TB 실행의 VCD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폴더의 routed timing summary에서 setup WNS와 hold WHS를 읽었습니다. 양수 slack은 리포트가 분석한 경로에서 해당 검사에 여유가 있다는 뜻입니다. 이 자료를 작성하면서 합성·배치·배선을 다시 실행하지 않았습니다. 리포트에는 no_clock 핀 2개와 unconstrained internal endpoint 4개, input delay가 없는 입력 4개와 output delay가 없는 출력 14개가 있습니다. 따라서 양수 slack만으로 모든 경로를 검증했다고 말하지 않습니다.</a:t>
            </a:r>
          </a:p>
          <a:p xmlns:a="http://schemas.openxmlformats.org/drawingml/2006/main">
            <a:r>
              <a:t/>
            </a:r>
          </a:p>
          <a:p xmlns:a="http://schemas.openxmlformats.org/drawingml/2006/main">
            <a:r>
              <a:t>출처: D:/project/FPGA/ai2/my_minsec_stopwatch/refre/my_minsec_stopwatch.runs/impl_1/top_timing_summary_routed.rpt:44–101, 142–147, 219–221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코드를 검토하면 기계식 버튼의 반복 입력은 debouncer로 처리합니다. 비동기 입력을 동기화하는 2단 플립플롭은 별도로 필요합니다. FND 자리 선택은 tick의 posedge를 사용하므로 공통 시스템 클록에서 enable로 처리하는 방식이 개선안입니다. 마지막으로 재개 직후 빠른 카운트는 공유 tick의 결과라서 요구사항에 따라 독립적인 스톱워치 분주기가 필요할 수 있습니다.</a:t>
            </a:r>
          </a:p>
          <a:p xmlns:a="http://schemas.openxmlformats.org/drawingml/2006/main">
            <a:r>
              <a:t/>
            </a:r>
          </a:p>
          <a:p xmlns:a="http://schemas.openxmlformats.org/drawingml/2006/main">
            <a:r>
              <a:t>출처: D:/project/FPGA/ai2/my_minsec_stopwatch/refre/my_minsec_stopwatch.srcs/sources_1/imports/sources_1/new/fnd_controller.v:57–67; main_controller.v:28–29, 60–68; D:/project/FPGA/ai2/my_minsec_stopwatch/refre/my_minsec_stopwatch.srcs/sources_1/imports/sources_1/imports/new/btn_debounce.v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보드 동영상은 아직 없습니다. 촬영할 때는 버튼을 누르는 손과 7-segment가 동시에 보이도록 고정해 찍습니다. 시계가 증가하는 것을 보여 준 다음 왼쪽 버튼으로 스톱워치 모드에 들어갑니다. 오른쪽 버튼으로 멈추고 애니메이션이 나올 때까지 기다립니다. 다시 재개한 다음 가운데 버튼으로 00:00 초기화를 보여 줍니다. 촬영 뒤 이 페이지에 영상을 삽입하면 됩니다. 지금 자료는 영상이 포함된 것처럼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플립플롭은 클록 상승 에지에서 입력을 샘플링합니다. 에지 전 setup 시간과 에지 후 hold 시간 동안 입력이 안정되어야 합니다. 데이터가 늦게 도착하면 setup 위반이 생길 수 있습니다. 조합 논리를 줄이거나 파이프라인을 넣고, 요구 성능이 허용하면 클록 주기를 늘릴 수 있습니다. 데이터가 너무 빨리 바뀌면 hold 위반이 생길 수 있으므로 최소 경로 지연이나 skew를 다뤄야 합니다. 클록 주기를 늘리는 방법은 일반적으로 hold 문제를 해결하지 않습니다. 아래 그림의 폭은 개념 설명용이며 실제 소자의 수치가 아닙니다.</a:t>
            </a:r>
          </a:p>
          <a:p xmlns:a="http://schemas.openxmlformats.org/drawingml/2006/main">
            <a:r>
              <a:t/>
            </a:r>
          </a:p>
          <a:p xmlns:a="http://schemas.openxmlformats.org/drawingml/2006/main">
            <a:r>
              <a:t>출처: 개념도. 프로젝트 100 MHz 제약 및 기존 timing summary; AMD UG906 Timing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 버튼은 시스템 클록에 맞춰 움직이지 않습니다. 입력 변화가 플립플롭의 setup 또는 hold 구간에 들어오면 출력이 0과 1 중 하나로 안정되는 데 시간이 더 걸릴 수 있습니다. 첫 번째 플립플롭 출력을 두 번째 플립플롭이 다음 클록에 받아서 안정화 시간을 확보합니다. 이것은 실패 확률을 낮추는 방법이며 가능성을 완전히 없애지는 않습니다. 단일 비트 버튼에 대한 개념이며 다중 비트 데이터는 별도 CDC 방식이 필요합니다. 디바운스는 기계 접점의 반복 입력을 다루므로 동기화와 목적이 다릅니다.</a:t>
            </a:r>
          </a:p>
          <a:p xmlns:a="http://schemas.openxmlformats.org/drawingml/2006/main">
            <a:r>
              <a:t/>
            </a:r>
          </a:p>
          <a:p xmlns:a="http://schemas.openxmlformats.org/drawingml/2006/main">
            <a:r>
              <a:t>출처: https://toshiba.semicon-storage.com/us/semiconductor/knowledge/e-learning/cmos-logic-usage-considerations/usage-11.html; btn_debounce.v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예제의 논리식은 A와 A의 반전을 AND하므로 정상 상태에서는 항상 0입니다. 그런데 A가 0에서 1로 바뀌면 직접 경로는 즉시 1이 되고 인버터 경로의 반전 출력은 잠깐 이전 값인 1을 유지합니다. 그 짧은 구간에 두 AND 입력이 모두 1이어서 출력에 펄스가 생깁니다. 그림은 개념도이며 실제 프로젝트에서 측정한 glitch가 아닙니다. 안정된 뒤 레지스터가 받도록 하고 조합 출력을 클록으로 사용하지 않는 구조가 필요합니다. FND 출력도 자리 선택과 데이터의 전환 관계를 확인해야 합니다.</a:t>
            </a:r>
          </a:p>
          <a:p xmlns:a="http://schemas.openxmlformats.org/drawingml/2006/main">
            <a:r>
              <a:t/>
            </a:r>
          </a:p>
          <a:p xmlns:a="http://schemas.openxmlformats.org/drawingml/2006/main">
            <a:r>
              <a:t>출처: https://toshiba.semicon-storage.com/us/semiconductor/knowledge/e-learning/cmos-logic-usage-considerations/usage-10.html; 개념도: Y = A AND delayed(NOT A). 실제 측정 파형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fan-out은 한 신호가 연결되는 입력 수입니다. 입력이 늘어나면 전기적 부하와 배선 부담이 커지고 배치 상황에 따라 지연이 증가할 수 있습니다. FPGA에서는 단순한 숫자만으로 문제라고 결론 내리지 않고 실제 구현 리포트의 경로 지연과 배선을 확인합니다. 클록은 전용 클록망을 사용합니다. 일반 제어 신호는 필요할 때 레지스터 복제나 배치 최적화로 부하를 분산할 수 있습니다. 이 프로젝트의 fan-out 문제를 측정했다는 뜻은 아닙니다.</a:t>
            </a:r>
          </a:p>
          <a:p xmlns:a="http://schemas.openxmlformats.org/drawingml/2006/main">
            <a:r>
              <a:t/>
            </a:r>
          </a:p>
          <a:p xmlns:a="http://schemas.openxmlformats.org/drawingml/2006/main">
            <a:r>
              <a:t>출처: https://docs.amd.com/r/en-US/ug949-vivado-design-methodology/Optimizing-High-Fanout-Nets; 프로젝트 연결: top.v의 clk/reset 분배.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설계에서 표시 모드와 실행 상태는 서로 독립입니다. 시계 모드에서도 running 값을 보관하기 때문에 두 플래그를 함께 봐야 정확하게 설명할 수 있습니다. 공유 분주기는 코드 양을 줄이지만 재개 직후 첫 카운트 시간을 0초에서 1초 사이로 만듭니다. 테스트벤치의 기능 검증과 구현 리포트의 하드웨어 타이밍 검증도 서로 다른 단계입니다. 다음 수정에서는 2단 동기화, clock enable 기반 스캔, 경계값 테스트를 함께 진행하는 것이 좋습니다.</a:t>
            </a:r>
          </a:p>
          <a:p xmlns:a="http://schemas.openxmlformats.org/drawingml/2006/main">
            <a:r>
              <a:t/>
            </a:r>
          </a:p>
          <a:p xmlns:a="http://schemas.openxmlformats.org/drawingml/2006/main">
            <a:r>
              <a:t>출처: D:/project/FPGA/ai2/my_minsec_stopwatch/refre/my_minsec_stopwatch.srcs/sources_1/imports/sources_1/new/main_controller.v; fnd_controller.v; D:/project/FPGA/ai2/my_minsec_stopwatch/refre/my_minsec_stopwatch.sim/sim_1/new/main_controller_tb.v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왜 tick을 사용하는지 물으면 클록은 유지하면서 필요한 주기마다 회로를 갱신하기 위해서라고 답하면 됩니다. 단 현재 FND는 tick을 클록으로 사용하므로 개선이 필요하다는 점도 구분합니다. 시계로 돌아가면 스톱워치가 계속 도는지 물으면 아니라고 답합니다. running 플래그는 기억하지만 카운트 조건에 mode도 들어 있으므로 값은 멈춥니다. debouncer만 있으면 안전한지 물으면 접점의 튐과 메타안정성은 별개라 2-FF 동기화가 필요하다고 설명합니다. 검증 결과를 물으면 기존 TB는 PASS이며 실제 보드 영상과 현재 RTL의 재구현 리포트는 아직 없다고 구분합니다.</a:t>
            </a:r>
          </a:p>
          <a:p xmlns:a="http://schemas.openxmlformats.org/drawingml/2006/main">
            <a:r>
              <a:t/>
            </a:r>
          </a:p>
          <a:p xmlns:a="http://schemas.openxmlformats.org/drawingml/2006/main">
            <a:r>
              <a:t>출처: D:/project/FPGA/ai2/my_minsec_stopwatch/refre/my_minsec_stopwatch.srcs/sources_1/imports/sources_1/new/main_controller.v:60, 93–102; fnd_controller.v:57–67; D:/project/FPGA/ai2/my_minsec_stopwatch/refre/my_minsec_stopwatch.sim/sim_1/new/main_controller_tb.v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5989c9ce26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dd8c31205d4e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9b7be5522f4e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7b307447c640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cfa69ace714b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4a726d8ab545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F8865C-F957-44C4-8986-65F16A90AB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64EBC0-4C1F-44E4-AAA5-D098368A2D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75FB82-A0F1-4C14-B57E-64095FA865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D390D2-9C87-4B2F-B16D-003BD72F4E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FA6235A-CBCA-4B25-9D48-62CDF47A96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DC5BDB-BA0A-4BAE-BF3E-A756E00841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70891-445B-4F4A-91EB-A58731FAE3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4D7118-86E8-465A-B560-56A833933A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7E6C1F-5428-449B-B112-36E49C403D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A43D62-EE8E-45E1-B714-90485F5DFA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8095f3a61d43c5" /><Relationship Type="http://schemas.openxmlformats.org/officeDocument/2006/relationships/slideLayout" Target="/ppt/slideLayouts/slideLayout1.xml" Id="Rf07dfe48179f4487" /><Relationship Type="http://schemas.openxmlformats.org/officeDocument/2006/relationships/slideLayout" Target="/ppt/slideLayouts/slideLayout2.xml" Id="Reea7e2281ed74d5e" /><Relationship Type="http://schemas.openxmlformats.org/officeDocument/2006/relationships/slideLayout" Target="/ppt/slideLayouts/slideLayout3.xml" Id="R031111ce797e4daa" /><Relationship Type="http://schemas.openxmlformats.org/officeDocument/2006/relationships/slideLayout" Target="/ppt/slideLayouts/slideLayout4.xml" Id="R5533bec5a0404682" /><Relationship Type="http://schemas.openxmlformats.org/officeDocument/2006/relationships/slideLayout" Target="/ppt/slideLayouts/slideLayout5.xml" Id="R1e31e84cd27f4d5a" /><Relationship Type="http://schemas.openxmlformats.org/officeDocument/2006/relationships/slideLayout" Target="/ppt/slideLayouts/slideLayout6.xml" Id="Rd73e205b3eab4e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7dfe48179f4487"/>
    <p:sldLayoutId xmlns:r="http://schemas.openxmlformats.org/officeDocument/2006/relationships" id="2147483650" r:id="Reea7e2281ed74d5e"/>
    <p:sldLayoutId xmlns:r="http://schemas.openxmlformats.org/officeDocument/2006/relationships" id="2147483651" r:id="R031111ce797e4daa"/>
    <p:sldLayoutId xmlns:r="http://schemas.openxmlformats.org/officeDocument/2006/relationships" id="2147483652" r:id="R5533bec5a0404682"/>
    <p:sldLayoutId xmlns:r="http://schemas.openxmlformats.org/officeDocument/2006/relationships" id="2147483653" r:id="R1e31e84cd27f4d5a"/>
    <p:sldLayoutId xmlns:r="http://schemas.openxmlformats.org/officeDocument/2006/relationships" id="2147483654" r:id="Rd73e205b3eab4e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6a708cfd2d41b7" /><Relationship Type="http://schemas.openxmlformats.org/officeDocument/2006/relationships/notesSlide" Target="/ppt/notesSlides/notesSlide1.xml" Id="R4237f54c8bc849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a989ae9e5f48b2" /><Relationship Type="http://schemas.openxmlformats.org/officeDocument/2006/relationships/notesSlide" Target="/ppt/notesSlides/notesSlide2.xml" Id="R21572170379440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a18bf74a714422" /><Relationship Type="http://schemas.openxmlformats.org/officeDocument/2006/relationships/notesSlide" Target="/ppt/notesSlides/notesSlide3.xml" Id="Rc1632b268ed343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4f522327df4fa3" /><Relationship Type="http://schemas.openxmlformats.org/officeDocument/2006/relationships/notesSlide" Target="/ppt/notesSlides/notesSlide4.xml" Id="Rf1edcc724da241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c42de113874504" /><Relationship Type="http://schemas.openxmlformats.org/officeDocument/2006/relationships/notesSlide" Target="/ppt/notesSlides/notesSlide5.xml" Id="R6bccfb2ed42544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85646aa3794c39" /><Relationship Type="http://schemas.openxmlformats.org/officeDocument/2006/relationships/notesSlide" Target="/ppt/notesSlides/notesSlide6.xml" Id="Re212cfbe522148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5fb6a2d5d24d43" /><Relationship Type="http://schemas.openxmlformats.org/officeDocument/2006/relationships/notesSlide" Target="/ppt/notesSlides/notesSlide7.xml" Id="Rae720759b3e246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c2473fb0be46bb" /><Relationship Type="http://schemas.openxmlformats.org/officeDocument/2006/relationships/notesSlide" Target="/ppt/notesSlides/notesSlide8.xml" Id="R8b82f974fb8445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480fbabf3a4be7" /><Relationship Type="http://schemas.openxmlformats.org/officeDocument/2006/relationships/notesSlide" Target="/ppt/notesSlides/notesSlide9.xml" Id="R0ce48008809a49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89a5d869fe481c" /><Relationship Type="http://schemas.openxmlformats.org/officeDocument/2006/relationships/notesSlide" Target="/ppt/notesSlides/notesSlide10.xml" Id="R429aaeca1af540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76acec6b6f4742" /><Relationship Type="http://schemas.openxmlformats.org/officeDocument/2006/relationships/image" Target="/ppt/media/image.png" Id="R246fcb1cbc98415b" /><Relationship Type="http://schemas.openxmlformats.org/officeDocument/2006/relationships/notesSlide" Target="/ppt/notesSlides/notesSlide11.xml" Id="Ra694a8e2d2ab4f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3656fff20c14097" /><Relationship Type="http://schemas.openxmlformats.org/officeDocument/2006/relationships/notesSlide" Target="/ppt/notesSlides/notesSlide12.xml" Id="R7b1ed732db1c4f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3eb6d2437641a6" /><Relationship Type="http://schemas.openxmlformats.org/officeDocument/2006/relationships/notesSlide" Target="/ppt/notesSlides/notesSlide13.xml" Id="R973ec26fad3b42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cef2ae9d89432b" /><Relationship Type="http://schemas.openxmlformats.org/officeDocument/2006/relationships/notesSlide" Target="/ppt/notesSlides/notesSlide14.xml" Id="Rc9b991343ae74d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c4fc44eba73434e" /><Relationship Type="http://schemas.openxmlformats.org/officeDocument/2006/relationships/notesSlide" Target="/ppt/notesSlides/notesSlide15.xml" Id="Ra844420cf22a4e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4d02b018cc74ea6" /><Relationship Type="http://schemas.openxmlformats.org/officeDocument/2006/relationships/notesSlide" Target="/ppt/notesSlides/notesSlide16.xml" Id="Re2826a8a973c4f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f0394ac3fd54c11" /><Relationship Type="http://schemas.openxmlformats.org/officeDocument/2006/relationships/notesSlide" Target="/ppt/notesSlides/notesSlide17.xml" Id="Ra97239888d354d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cf4f9b358934f47" /><Relationship Type="http://schemas.openxmlformats.org/officeDocument/2006/relationships/notesSlide" Target="/ppt/notesSlides/notesSlide18.xml" Id="R26adda07db9c44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5542ad79d184578" /><Relationship Type="http://schemas.openxmlformats.org/officeDocument/2006/relationships/notesSlide" Target="/ppt/notesSlides/notesSlide19.xml" Id="Rb5660f40676a4e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68f2dd4eb864c29" /><Relationship Type="http://schemas.openxmlformats.org/officeDocument/2006/relationships/notesSlide" Target="/ppt/notesSlides/notesSlide20.xml" Id="R0e64b9e8b9384d52"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572BE4-7D95-4054-8850-BFAD6F6D8F28}"/>
              </a:ext>
            </a:extLst>
          </p:cNvPr>
          <p:cNvSpPr>
            <a:spLocks xmlns:a="http://schemas.openxmlformats.org/drawingml/2006/main" noGrp="1"/>
          </p:cNvSpPr>
          <p:nvPr/>
        </p:nvSpPr>
        <p:spPr>
          <a:xfrm xmlns:a="http://schemas.openxmlformats.org/drawingml/2006/main">
            <a:off x="647700" y="723900"/>
            <a:ext cx="8572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1">
                <a:solidFill>
                  <a:srgbClr val="087E82"/>
                </a:solidFill>
                <a:latin typeface="Malgun Gothic"/>
                <a:ea typeface="Malgun Gothic"/>
                <a:cs typeface="Malgun Gothic"/>
              </a:defRPr>
            </a:defPPr>
            <a:lvl1pPr algn="l">
              <a:defRPr sz="2025" b="1">
                <a:solidFill>
                  <a:srgbClr val="087E82"/>
                </a:solidFill>
                <a:latin typeface="Malgun Gothic"/>
                <a:ea typeface="Malgun Gothic"/>
                <a:cs typeface="Malgun Gothic"/>
              </a:defRPr>
            </a:lvl1pPr>
            <a:lvl2pPr algn="l">
              <a:defRPr sz="2025" b="1">
                <a:solidFill>
                  <a:srgbClr val="087E82"/>
                </a:solidFill>
                <a:latin typeface="Malgun Gothic"/>
                <a:ea typeface="Malgun Gothic"/>
                <a:cs typeface="Malgun Gothic"/>
              </a:defRPr>
            </a:lvl2pPr>
            <a:lvl3pPr algn="l">
              <a:defRPr sz="2025" b="1">
                <a:solidFill>
                  <a:srgbClr val="087E82"/>
                </a:solidFill>
                <a:latin typeface="Malgun Gothic"/>
                <a:ea typeface="Malgun Gothic"/>
                <a:cs typeface="Malgun Gothic"/>
              </a:defRPr>
            </a:lvl3pPr>
            <a:lvl4pPr algn="l">
              <a:defRPr sz="2025" b="1">
                <a:solidFill>
                  <a:srgbClr val="087E82"/>
                </a:solidFill>
                <a:latin typeface="Malgun Gothic"/>
                <a:ea typeface="Malgun Gothic"/>
                <a:cs typeface="Malgun Gothic"/>
              </a:defRPr>
            </a:lvl4pPr>
            <a:lvl5pPr algn="l">
              <a:defRPr sz="2025" b="1">
                <a:solidFill>
                  <a:srgbClr val="087E82"/>
                </a:solidFill>
                <a:latin typeface="Malgun Gothic"/>
                <a:ea typeface="Malgun Gothic"/>
                <a:cs typeface="Malgun Gothic"/>
              </a:defRPr>
            </a:lvl5pPr>
            <a:lvl6pPr algn="l">
              <a:defRPr sz="2025" b="1">
                <a:solidFill>
                  <a:srgbClr val="087E82"/>
                </a:solidFill>
                <a:latin typeface="Malgun Gothic"/>
                <a:ea typeface="Malgun Gothic"/>
                <a:cs typeface="Malgun Gothic"/>
              </a:defRPr>
            </a:lvl6pPr>
            <a:lvl7pPr algn="l">
              <a:defRPr sz="2025" b="1">
                <a:solidFill>
                  <a:srgbClr val="087E82"/>
                </a:solidFill>
                <a:latin typeface="Malgun Gothic"/>
                <a:ea typeface="Malgun Gothic"/>
                <a:cs typeface="Malgun Gothic"/>
              </a:defRPr>
            </a:lvl7pPr>
            <a:lvl8pPr algn="l">
              <a:defRPr sz="2025" b="1">
                <a:solidFill>
                  <a:srgbClr val="087E82"/>
                </a:solidFill>
                <a:latin typeface="Malgun Gothic"/>
                <a:ea typeface="Malgun Gothic"/>
                <a:cs typeface="Malgun Gothic"/>
              </a:defRPr>
            </a:lvl8pPr>
            <a:lvl9pPr algn="l">
              <a:defRPr sz="2025" b="1">
                <a:solidFill>
                  <a:srgbClr val="087E82"/>
                </a:solidFill>
                <a:latin typeface="Malgun Gothic"/>
                <a:ea typeface="Malgun Gothic"/>
                <a:cs typeface="Malgun Gothic"/>
              </a:defRPr>
            </a:lvl9pPr>
          </a:lstStyle>
          <a:p xmlns:a="http://schemas.openxmlformats.org/drawingml/2006/main">
            <a:pPr algn="l">
              <a:defRPr sz="2025" b="1">
                <a:solidFill>
                  <a:srgbClr val="087E82"/>
                </a:solidFill>
                <a:latin typeface="Malgun Gothic"/>
                <a:ea typeface="Malgun Gothic"/>
                <a:cs typeface="Malgun Gothic"/>
              </a:defRPr>
            </a:pPr>
            <a:r>
              <a:rPr sz="2025" b="1">
                <a:solidFill>
                  <a:srgbClr val="087E82"/>
                </a:solidFill>
                <a:latin typeface="Malgun Gothic"/>
                <a:ea typeface="Malgun Gothic"/>
                <a:cs typeface="Malgun Gothic"/>
              </a:rPr>
              <a:t>BASYS3 / Verilog</a:t>
            </a:r>
          </a:p>
        </p:txBody>
      </p:sp>
      <p:sp>
        <p:nvSpPr>
          <p:cNvPr id="2" name="">
            <a:extLst xmlns:a="http://schemas.openxmlformats.org/drawingml/2006/main">
              <a:ext uri="{FF2B5EF4-FFF2-40B4-BE49-F238E27FC236}">
                <a16:creationId xmlns:a16="http://schemas.microsoft.com/office/drawing/2014/main" id="{56F85BCE-3A60-497B-9258-73AF3D6BB92E}"/>
              </a:ext>
            </a:extLst>
          </p:cNvPr>
          <p:cNvSpPr>
            <a:spLocks xmlns:a="http://schemas.openxmlformats.org/drawingml/2006/main" noGrp="1"/>
          </p:cNvSpPr>
          <p:nvPr/>
        </p:nvSpPr>
        <p:spPr>
          <a:xfrm xmlns:a="http://schemas.openxmlformats.org/drawingml/2006/main">
            <a:off x="609600" y="1752600"/>
            <a:ext cx="10477500" cy="1809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5550" b="1">
                <a:solidFill>
                  <a:srgbClr val="171B1B"/>
                </a:solidFill>
                <a:latin typeface="Malgun Gothic"/>
                <a:ea typeface="Malgun Gothic"/>
                <a:cs typeface="Malgun Gothic"/>
              </a:defRPr>
            </a:defPPr>
            <a:lvl1pPr algn="l">
              <a:defRPr sz="5550" b="1">
                <a:solidFill>
                  <a:srgbClr val="171B1B"/>
                </a:solidFill>
                <a:latin typeface="Malgun Gothic"/>
                <a:ea typeface="Malgun Gothic"/>
                <a:cs typeface="Malgun Gothic"/>
              </a:defRPr>
            </a:lvl1pPr>
            <a:lvl2pPr algn="l">
              <a:defRPr sz="5550" b="1">
                <a:solidFill>
                  <a:srgbClr val="171B1B"/>
                </a:solidFill>
                <a:latin typeface="Malgun Gothic"/>
                <a:ea typeface="Malgun Gothic"/>
                <a:cs typeface="Malgun Gothic"/>
              </a:defRPr>
            </a:lvl2pPr>
            <a:lvl3pPr algn="l">
              <a:defRPr sz="5550" b="1">
                <a:solidFill>
                  <a:srgbClr val="171B1B"/>
                </a:solidFill>
                <a:latin typeface="Malgun Gothic"/>
                <a:ea typeface="Malgun Gothic"/>
                <a:cs typeface="Malgun Gothic"/>
              </a:defRPr>
            </a:lvl3pPr>
            <a:lvl4pPr algn="l">
              <a:defRPr sz="5550" b="1">
                <a:solidFill>
                  <a:srgbClr val="171B1B"/>
                </a:solidFill>
                <a:latin typeface="Malgun Gothic"/>
                <a:ea typeface="Malgun Gothic"/>
                <a:cs typeface="Malgun Gothic"/>
              </a:defRPr>
            </a:lvl4pPr>
            <a:lvl5pPr algn="l">
              <a:defRPr sz="5550" b="1">
                <a:solidFill>
                  <a:srgbClr val="171B1B"/>
                </a:solidFill>
                <a:latin typeface="Malgun Gothic"/>
                <a:ea typeface="Malgun Gothic"/>
                <a:cs typeface="Malgun Gothic"/>
              </a:defRPr>
            </a:lvl5pPr>
            <a:lvl6pPr algn="l">
              <a:defRPr sz="5550" b="1">
                <a:solidFill>
                  <a:srgbClr val="171B1B"/>
                </a:solidFill>
                <a:latin typeface="Malgun Gothic"/>
                <a:ea typeface="Malgun Gothic"/>
                <a:cs typeface="Malgun Gothic"/>
              </a:defRPr>
            </a:lvl6pPr>
            <a:lvl7pPr algn="l">
              <a:defRPr sz="5550" b="1">
                <a:solidFill>
                  <a:srgbClr val="171B1B"/>
                </a:solidFill>
                <a:latin typeface="Malgun Gothic"/>
                <a:ea typeface="Malgun Gothic"/>
                <a:cs typeface="Malgun Gothic"/>
              </a:defRPr>
            </a:lvl7pPr>
            <a:lvl8pPr algn="l">
              <a:defRPr sz="5550" b="1">
                <a:solidFill>
                  <a:srgbClr val="171B1B"/>
                </a:solidFill>
                <a:latin typeface="Malgun Gothic"/>
                <a:ea typeface="Malgun Gothic"/>
                <a:cs typeface="Malgun Gothic"/>
              </a:defRPr>
            </a:lvl8pPr>
            <a:lvl9pPr algn="l">
              <a:defRPr sz="5550" b="1">
                <a:solidFill>
                  <a:srgbClr val="171B1B"/>
                </a:solidFill>
                <a:latin typeface="Malgun Gothic"/>
                <a:ea typeface="Malgun Gothic"/>
                <a:cs typeface="Malgun Gothic"/>
              </a:defRPr>
            </a:lvl9pPr>
          </a:lstStyle>
          <a:p xmlns:a="http://schemas.openxmlformats.org/drawingml/2006/main">
            <a:pPr algn="l">
              <a:defRPr sz="5550" b="1">
                <a:solidFill>
                  <a:srgbClr val="171B1B"/>
                </a:solidFill>
                <a:latin typeface="Malgun Gothic"/>
                <a:ea typeface="Malgun Gothic"/>
                <a:cs typeface="Malgun Gothic"/>
              </a:defRPr>
            </a:pPr>
            <a:r>
              <a:rPr sz="5550" b="1">
                <a:solidFill>
                  <a:srgbClr val="171B1B"/>
                </a:solidFill>
                <a:latin typeface="Malgun Gothic"/>
                <a:ea typeface="Malgun Gothic"/>
                <a:cs typeface="Malgun Gothic"/>
              </a:rPr>
              <a:t>분·초 시계와</a:t>
            </a:r>
          </a:p>
          <a:p xmlns:a="http://schemas.openxmlformats.org/drawingml/2006/main">
            <a:pPr algn="l">
              <a:defRPr sz="5550" b="1">
                <a:solidFill>
                  <a:srgbClr val="171B1B"/>
                </a:solidFill>
                <a:latin typeface="Malgun Gothic"/>
                <a:ea typeface="Malgun Gothic"/>
                <a:cs typeface="Malgun Gothic"/>
              </a:defRPr>
            </a:pPr>
            <a:r>
              <a:rPr sz="5550" b="1">
                <a:solidFill>
                  <a:srgbClr val="171B1B"/>
                </a:solidFill>
                <a:latin typeface="Malgun Gothic"/>
                <a:ea typeface="Malgun Gothic"/>
                <a:cs typeface="Malgun Gothic"/>
              </a:rPr>
              <a:t>스톱워치</a:t>
            </a:r>
          </a:p>
        </p:txBody>
      </p:sp>
      <p:sp>
        <p:nvSpPr>
          <p:cNvPr id="3" name="">
            <a:extLst xmlns:a="http://schemas.openxmlformats.org/drawingml/2006/main">
              <a:ext uri="{FF2B5EF4-FFF2-40B4-BE49-F238E27FC236}">
                <a16:creationId xmlns:a16="http://schemas.microsoft.com/office/drawing/2014/main" id="{60410019-A56F-4D2C-9402-0784F556F4CA}"/>
              </a:ext>
            </a:extLst>
          </p:cNvPr>
          <p:cNvSpPr>
            <a:spLocks xmlns:a="http://schemas.openxmlformats.org/drawingml/2006/main" noGrp="1"/>
          </p:cNvSpPr>
          <p:nvPr/>
        </p:nvSpPr>
        <p:spPr>
          <a:xfrm xmlns:a="http://schemas.openxmlformats.org/drawingml/2006/main">
            <a:off x="647700" y="3990975"/>
            <a:ext cx="100012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400" b="0">
                <a:solidFill>
                  <a:srgbClr val="626B69"/>
                </a:solidFill>
                <a:latin typeface="Malgun Gothic"/>
                <a:ea typeface="Malgun Gothic"/>
                <a:cs typeface="Malgun Gothic"/>
              </a:defRPr>
            </a:defPPr>
            <a:lvl1pPr algn="l">
              <a:defRPr sz="2400" b="0">
                <a:solidFill>
                  <a:srgbClr val="626B69"/>
                </a:solidFill>
                <a:latin typeface="Malgun Gothic"/>
                <a:ea typeface="Malgun Gothic"/>
                <a:cs typeface="Malgun Gothic"/>
              </a:defRPr>
            </a:lvl1pPr>
            <a:lvl2pPr algn="l">
              <a:defRPr sz="2400" b="0">
                <a:solidFill>
                  <a:srgbClr val="626B69"/>
                </a:solidFill>
                <a:latin typeface="Malgun Gothic"/>
                <a:ea typeface="Malgun Gothic"/>
                <a:cs typeface="Malgun Gothic"/>
              </a:defRPr>
            </a:lvl2pPr>
            <a:lvl3pPr algn="l">
              <a:defRPr sz="2400" b="0">
                <a:solidFill>
                  <a:srgbClr val="626B69"/>
                </a:solidFill>
                <a:latin typeface="Malgun Gothic"/>
                <a:ea typeface="Malgun Gothic"/>
                <a:cs typeface="Malgun Gothic"/>
              </a:defRPr>
            </a:lvl3pPr>
            <a:lvl4pPr algn="l">
              <a:defRPr sz="2400" b="0">
                <a:solidFill>
                  <a:srgbClr val="626B69"/>
                </a:solidFill>
                <a:latin typeface="Malgun Gothic"/>
                <a:ea typeface="Malgun Gothic"/>
                <a:cs typeface="Malgun Gothic"/>
              </a:defRPr>
            </a:lvl4pPr>
            <a:lvl5pPr algn="l">
              <a:defRPr sz="2400" b="0">
                <a:solidFill>
                  <a:srgbClr val="626B69"/>
                </a:solidFill>
                <a:latin typeface="Malgun Gothic"/>
                <a:ea typeface="Malgun Gothic"/>
                <a:cs typeface="Malgun Gothic"/>
              </a:defRPr>
            </a:lvl5pPr>
            <a:lvl6pPr algn="l">
              <a:defRPr sz="2400" b="0">
                <a:solidFill>
                  <a:srgbClr val="626B69"/>
                </a:solidFill>
                <a:latin typeface="Malgun Gothic"/>
                <a:ea typeface="Malgun Gothic"/>
                <a:cs typeface="Malgun Gothic"/>
              </a:defRPr>
            </a:lvl6pPr>
            <a:lvl7pPr algn="l">
              <a:defRPr sz="2400" b="0">
                <a:solidFill>
                  <a:srgbClr val="626B69"/>
                </a:solidFill>
                <a:latin typeface="Malgun Gothic"/>
                <a:ea typeface="Malgun Gothic"/>
                <a:cs typeface="Malgun Gothic"/>
              </a:defRPr>
            </a:lvl7pPr>
            <a:lvl8pPr algn="l">
              <a:defRPr sz="2400" b="0">
                <a:solidFill>
                  <a:srgbClr val="626B69"/>
                </a:solidFill>
                <a:latin typeface="Malgun Gothic"/>
                <a:ea typeface="Malgun Gothic"/>
                <a:cs typeface="Malgun Gothic"/>
              </a:defRPr>
            </a:lvl8pPr>
            <a:lvl9pPr algn="l">
              <a:defRPr sz="2400" b="0">
                <a:solidFill>
                  <a:srgbClr val="626B69"/>
                </a:solidFill>
                <a:latin typeface="Malgun Gothic"/>
                <a:ea typeface="Malgun Gothic"/>
                <a:cs typeface="Malgun Gothic"/>
              </a:defRPr>
            </a:lvl9pPr>
          </a:lstStyle>
          <a:p xmlns:a="http://schemas.openxmlformats.org/drawingml/2006/main">
            <a:pPr algn="l">
              <a:defRPr sz="2400" b="0">
                <a:solidFill>
                  <a:srgbClr val="626B69"/>
                </a:solidFill>
                <a:latin typeface="Malgun Gothic"/>
                <a:ea typeface="Malgun Gothic"/>
                <a:cs typeface="Malgun Gothic"/>
              </a:defRPr>
            </a:pPr>
            <a:r>
              <a:rPr sz="2400" b="0">
                <a:solidFill>
                  <a:srgbClr val="626B69"/>
                </a:solidFill>
                <a:latin typeface="Malgun Gothic"/>
                <a:ea typeface="Malgun Gothic"/>
                <a:cs typeface="Malgun Gothic"/>
              </a:rPr>
              <a:t>버튼 입력부터 시간 제어, 4자리 표시까지</a:t>
            </a:r>
          </a:p>
        </p:txBody>
      </p:sp>
      <p:sp>
        <p:nvSpPr>
          <p:cNvPr id="4" name="">
            <a:extLst xmlns:a="http://schemas.openxmlformats.org/drawingml/2006/main">
              <a:ext uri="{FF2B5EF4-FFF2-40B4-BE49-F238E27FC236}">
                <a16:creationId xmlns:a16="http://schemas.microsoft.com/office/drawing/2014/main" id="{A55521C0-CA68-47C6-8DDA-14EDD0F38AD1}"/>
              </a:ext>
            </a:extLst>
          </p:cNvPr>
          <p:cNvSpPr>
            <a:spLocks xmlns:a="http://schemas.openxmlformats.org/drawingml/2006/main" noGrp="1"/>
          </p:cNvSpPr>
          <p:nvPr/>
        </p:nvSpPr>
        <p:spPr>
          <a:xfrm xmlns:a="http://schemas.openxmlformats.org/drawingml/2006/main">
            <a:off x="647700" y="5476875"/>
            <a:ext cx="10896600"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5" name="">
            <a:extLst xmlns:a="http://schemas.openxmlformats.org/drawingml/2006/main">
              <a:ext uri="{FF2B5EF4-FFF2-40B4-BE49-F238E27FC236}">
                <a16:creationId xmlns:a16="http://schemas.microsoft.com/office/drawing/2014/main" id="{34A65CEA-8263-47ED-920C-B3CA8F24BCD2}"/>
              </a:ext>
            </a:extLst>
          </p:cNvPr>
          <p:cNvSpPr>
            <a:spLocks xmlns:a="http://schemas.openxmlformats.org/drawingml/2006/main" noGrp="1"/>
          </p:cNvSpPr>
          <p:nvPr/>
        </p:nvSpPr>
        <p:spPr>
          <a:xfrm xmlns:a="http://schemas.openxmlformats.org/drawingml/2006/main">
            <a:off x="647700" y="5734050"/>
            <a:ext cx="990600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설계 구조와 시뮬레이션 분석</a:t>
            </a:r>
          </a:p>
        </p:txBody>
      </p:sp>
    </p:spTree>
    <p:extLst>
      <p:ext uri="{BB962C8B-B14F-4D97-AF65-F5344CB8AC3E}">
        <p14:creationId xmlns:p14="http://schemas.microsoft.com/office/powerpoint/2010/main" val="1729259796"/>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C75559-E623-4917-A169-BB35751B0F2C}"/>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구현 범위</a:t>
            </a:r>
          </a:p>
        </p:txBody>
      </p:sp>
      <p:sp>
        <p:nvSpPr>
          <p:cNvPr id="2" name="">
            <a:extLst xmlns:a="http://schemas.openxmlformats.org/drawingml/2006/main">
              <a:ext uri="{FF2B5EF4-FFF2-40B4-BE49-F238E27FC236}">
                <a16:creationId xmlns:a16="http://schemas.microsoft.com/office/drawing/2014/main" id="{ED7C9AB9-BD62-4A73-92D0-9DB8005EF3F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D80D075B-A55F-4AB5-B768-95336A10345A}"/>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BBF2C096-7E03-416D-AFBE-E6EECF6A7F5F}"/>
              </a:ext>
            </a:extLst>
          </p:cNvPr>
          <p:cNvSpPr>
            <a:spLocks xmlns:a="http://schemas.openxmlformats.org/drawingml/2006/main" noGrp="1"/>
          </p:cNvSpPr>
          <p:nvPr/>
        </p:nvSpPr>
        <p:spPr>
          <a:xfrm xmlns:a="http://schemas.openxmlformats.org/drawingml/2006/main">
            <a:off x="685800" y="1781175"/>
            <a:ext cx="5238750" cy="1333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7950" b="1">
                <a:solidFill>
                  <a:srgbClr val="087E82"/>
                </a:solidFill>
                <a:latin typeface="Consolas"/>
                <a:ea typeface="Consolas"/>
                <a:cs typeface="Consolas"/>
              </a:defRPr>
            </a:defPPr>
            <a:lvl1pPr algn="l">
              <a:defRPr sz="7950" b="1">
                <a:solidFill>
                  <a:srgbClr val="087E82"/>
                </a:solidFill>
                <a:latin typeface="Consolas"/>
                <a:ea typeface="Consolas"/>
                <a:cs typeface="Consolas"/>
              </a:defRPr>
            </a:lvl1pPr>
            <a:lvl2pPr algn="l">
              <a:defRPr sz="7950" b="1">
                <a:solidFill>
                  <a:srgbClr val="087E82"/>
                </a:solidFill>
                <a:latin typeface="Consolas"/>
                <a:ea typeface="Consolas"/>
                <a:cs typeface="Consolas"/>
              </a:defRPr>
            </a:lvl2pPr>
            <a:lvl3pPr algn="l">
              <a:defRPr sz="7950" b="1">
                <a:solidFill>
                  <a:srgbClr val="087E82"/>
                </a:solidFill>
                <a:latin typeface="Consolas"/>
                <a:ea typeface="Consolas"/>
                <a:cs typeface="Consolas"/>
              </a:defRPr>
            </a:lvl3pPr>
            <a:lvl4pPr algn="l">
              <a:defRPr sz="7950" b="1">
                <a:solidFill>
                  <a:srgbClr val="087E82"/>
                </a:solidFill>
                <a:latin typeface="Consolas"/>
                <a:ea typeface="Consolas"/>
                <a:cs typeface="Consolas"/>
              </a:defRPr>
            </a:lvl4pPr>
            <a:lvl5pPr algn="l">
              <a:defRPr sz="7950" b="1">
                <a:solidFill>
                  <a:srgbClr val="087E82"/>
                </a:solidFill>
                <a:latin typeface="Consolas"/>
                <a:ea typeface="Consolas"/>
                <a:cs typeface="Consolas"/>
              </a:defRPr>
            </a:lvl5pPr>
            <a:lvl6pPr algn="l">
              <a:defRPr sz="7950" b="1">
                <a:solidFill>
                  <a:srgbClr val="087E82"/>
                </a:solidFill>
                <a:latin typeface="Consolas"/>
                <a:ea typeface="Consolas"/>
                <a:cs typeface="Consolas"/>
              </a:defRPr>
            </a:lvl6pPr>
            <a:lvl7pPr algn="l">
              <a:defRPr sz="7950" b="1">
                <a:solidFill>
                  <a:srgbClr val="087E82"/>
                </a:solidFill>
                <a:latin typeface="Consolas"/>
                <a:ea typeface="Consolas"/>
                <a:cs typeface="Consolas"/>
              </a:defRPr>
            </a:lvl7pPr>
            <a:lvl8pPr algn="l">
              <a:defRPr sz="7950" b="1">
                <a:solidFill>
                  <a:srgbClr val="087E82"/>
                </a:solidFill>
                <a:latin typeface="Consolas"/>
                <a:ea typeface="Consolas"/>
                <a:cs typeface="Consolas"/>
              </a:defRPr>
            </a:lvl8pPr>
            <a:lvl9pPr algn="l">
              <a:defRPr sz="7950" b="1">
                <a:solidFill>
                  <a:srgbClr val="087E82"/>
                </a:solidFill>
                <a:latin typeface="Consolas"/>
                <a:ea typeface="Consolas"/>
                <a:cs typeface="Consolas"/>
              </a:defRPr>
            </a:lvl9pPr>
          </a:lstStyle>
          <a:p xmlns:a="http://schemas.openxmlformats.org/drawingml/2006/main">
            <a:pPr algn="l">
              <a:defRPr sz="7950" b="1">
                <a:solidFill>
                  <a:srgbClr val="087E82"/>
                </a:solidFill>
                <a:latin typeface="Consolas"/>
                <a:ea typeface="Consolas"/>
                <a:cs typeface="Consolas"/>
              </a:defRPr>
            </a:pPr>
            <a:r>
              <a:rPr sz="7950" b="1">
                <a:solidFill>
                  <a:srgbClr val="087E82"/>
                </a:solidFill>
                <a:latin typeface="Consolas"/>
                <a:ea typeface="Consolas"/>
                <a:cs typeface="Consolas"/>
              </a:rPr>
              <a:t>00.00</a:t>
            </a:r>
          </a:p>
        </p:txBody>
      </p:sp>
      <p:sp>
        <p:nvSpPr>
          <p:cNvPr id="5" name="">
            <a:extLst xmlns:a="http://schemas.openxmlformats.org/drawingml/2006/main">
              <a:ext uri="{FF2B5EF4-FFF2-40B4-BE49-F238E27FC236}">
                <a16:creationId xmlns:a16="http://schemas.microsoft.com/office/drawing/2014/main" id="{144FF8E5-CC5A-4569-B3B3-036C39DF9EE0}"/>
              </a:ext>
            </a:extLst>
          </p:cNvPr>
          <p:cNvSpPr>
            <a:spLocks xmlns:a="http://schemas.openxmlformats.org/drawingml/2006/main" noGrp="1"/>
          </p:cNvSpPr>
          <p:nvPr/>
        </p:nvSpPr>
        <p:spPr>
          <a:xfrm xmlns:a="http://schemas.openxmlformats.org/drawingml/2006/main">
            <a:off x="723900" y="3286125"/>
            <a:ext cx="51435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626B69"/>
                </a:solidFill>
                <a:latin typeface="Malgun Gothic"/>
                <a:ea typeface="Malgun Gothic"/>
                <a:cs typeface="Malgun Gothic"/>
              </a:defRPr>
            </a:defPPr>
            <a:lvl1pPr algn="l">
              <a:defRPr sz="1950" b="0">
                <a:solidFill>
                  <a:srgbClr val="626B69"/>
                </a:solidFill>
                <a:latin typeface="Malgun Gothic"/>
                <a:ea typeface="Malgun Gothic"/>
                <a:cs typeface="Malgun Gothic"/>
              </a:defRPr>
            </a:lvl1pPr>
            <a:lvl2pPr algn="l">
              <a:defRPr sz="1950" b="0">
                <a:solidFill>
                  <a:srgbClr val="626B69"/>
                </a:solidFill>
                <a:latin typeface="Malgun Gothic"/>
                <a:ea typeface="Malgun Gothic"/>
                <a:cs typeface="Malgun Gothic"/>
              </a:defRPr>
            </a:lvl2pPr>
            <a:lvl3pPr algn="l">
              <a:defRPr sz="1950" b="0">
                <a:solidFill>
                  <a:srgbClr val="626B69"/>
                </a:solidFill>
                <a:latin typeface="Malgun Gothic"/>
                <a:ea typeface="Malgun Gothic"/>
                <a:cs typeface="Malgun Gothic"/>
              </a:defRPr>
            </a:lvl3pPr>
            <a:lvl4pPr algn="l">
              <a:defRPr sz="1950" b="0">
                <a:solidFill>
                  <a:srgbClr val="626B69"/>
                </a:solidFill>
                <a:latin typeface="Malgun Gothic"/>
                <a:ea typeface="Malgun Gothic"/>
                <a:cs typeface="Malgun Gothic"/>
              </a:defRPr>
            </a:lvl4pPr>
            <a:lvl5pPr algn="l">
              <a:defRPr sz="1950" b="0">
                <a:solidFill>
                  <a:srgbClr val="626B69"/>
                </a:solidFill>
                <a:latin typeface="Malgun Gothic"/>
                <a:ea typeface="Malgun Gothic"/>
                <a:cs typeface="Malgun Gothic"/>
              </a:defRPr>
            </a:lvl5pPr>
            <a:lvl6pPr algn="l">
              <a:defRPr sz="1950" b="0">
                <a:solidFill>
                  <a:srgbClr val="626B69"/>
                </a:solidFill>
                <a:latin typeface="Malgun Gothic"/>
                <a:ea typeface="Malgun Gothic"/>
                <a:cs typeface="Malgun Gothic"/>
              </a:defRPr>
            </a:lvl6pPr>
            <a:lvl7pPr algn="l">
              <a:defRPr sz="1950" b="0">
                <a:solidFill>
                  <a:srgbClr val="626B69"/>
                </a:solidFill>
                <a:latin typeface="Malgun Gothic"/>
                <a:ea typeface="Malgun Gothic"/>
                <a:cs typeface="Malgun Gothic"/>
              </a:defRPr>
            </a:lvl7pPr>
            <a:lvl8pPr algn="l">
              <a:defRPr sz="1950" b="0">
                <a:solidFill>
                  <a:srgbClr val="626B69"/>
                </a:solidFill>
                <a:latin typeface="Malgun Gothic"/>
                <a:ea typeface="Malgun Gothic"/>
                <a:cs typeface="Malgun Gothic"/>
              </a:defRPr>
            </a:lvl8pPr>
            <a:lvl9pPr algn="l">
              <a:defRPr sz="1950" b="0">
                <a:solidFill>
                  <a:srgbClr val="626B69"/>
                </a:solidFill>
                <a:latin typeface="Malgun Gothic"/>
                <a:ea typeface="Malgun Gothic"/>
                <a:cs typeface="Malgun Gothic"/>
              </a:defRPr>
            </a:lvl9pPr>
          </a:lstStyle>
          <a:p xmlns:a="http://schemas.openxmlformats.org/drawingml/2006/main">
            <a:pPr algn="l">
              <a:defRPr sz="1950" b="0">
                <a:solidFill>
                  <a:srgbClr val="626B69"/>
                </a:solidFill>
                <a:latin typeface="Malgun Gothic"/>
                <a:ea typeface="Malgun Gothic"/>
                <a:cs typeface="Malgun Gothic"/>
              </a:defRPr>
            </a:pPr>
            <a:r>
              <a:rPr sz="1950" b="0">
                <a:solidFill>
                  <a:srgbClr val="626B69"/>
                </a:solidFill>
                <a:latin typeface="Malgun Gothic"/>
                <a:ea typeface="Malgun Gothic"/>
                <a:cs typeface="Malgun Gothic"/>
              </a:rPr>
              <a:t>분 00–59     초 00–59</a:t>
            </a:r>
          </a:p>
        </p:txBody>
      </p:sp>
      <p:sp>
        <p:nvSpPr>
          <p:cNvPr id="6" name="">
            <a:extLst xmlns:a="http://schemas.openxmlformats.org/drawingml/2006/main">
              <a:ext uri="{FF2B5EF4-FFF2-40B4-BE49-F238E27FC236}">
                <a16:creationId xmlns:a16="http://schemas.microsoft.com/office/drawing/2014/main" id="{A7E015EB-6E13-4DF3-A23A-65522A9A3BF4}"/>
              </a:ext>
            </a:extLst>
          </p:cNvPr>
          <p:cNvSpPr>
            <a:spLocks xmlns:a="http://schemas.openxmlformats.org/drawingml/2006/main" noGrp="1"/>
          </p:cNvSpPr>
          <p:nvPr/>
        </p:nvSpPr>
        <p:spPr>
          <a:xfrm xmlns:a="http://schemas.openxmlformats.org/drawingml/2006/main">
            <a:off x="6858000" y="1809750"/>
            <a:ext cx="2857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시계</a:t>
            </a:r>
          </a:p>
        </p:txBody>
      </p:sp>
      <p:sp>
        <p:nvSpPr>
          <p:cNvPr id="7" name="">
            <a:extLst xmlns:a="http://schemas.openxmlformats.org/drawingml/2006/main">
              <a:ext uri="{FF2B5EF4-FFF2-40B4-BE49-F238E27FC236}">
                <a16:creationId xmlns:a16="http://schemas.microsoft.com/office/drawing/2014/main" id="{C988A91C-CBB7-4538-B632-AF02590CA2E0}"/>
              </a:ext>
            </a:extLst>
          </p:cNvPr>
          <p:cNvSpPr>
            <a:spLocks xmlns:a="http://schemas.openxmlformats.org/drawingml/2006/main" noGrp="1"/>
          </p:cNvSpPr>
          <p:nvPr/>
        </p:nvSpPr>
        <p:spPr>
          <a:xfrm xmlns:a="http://schemas.openxmlformats.org/drawingml/2006/main">
            <a:off x="6858000" y="2286000"/>
            <a:ext cx="4572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모드와 관계없이 계속 카운트</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분·초 사이 점을 1초마다 반전</a:t>
            </a:r>
          </a:p>
        </p:txBody>
      </p:sp>
      <p:sp>
        <p:nvSpPr>
          <p:cNvPr id="8" name="">
            <a:extLst xmlns:a="http://schemas.openxmlformats.org/drawingml/2006/main">
              <a:ext uri="{FF2B5EF4-FFF2-40B4-BE49-F238E27FC236}">
                <a16:creationId xmlns:a16="http://schemas.microsoft.com/office/drawing/2014/main" id="{A74D32BE-DFCA-44F9-8592-B1B802B4A87C}"/>
              </a:ext>
            </a:extLst>
          </p:cNvPr>
          <p:cNvSpPr>
            <a:spLocks xmlns:a="http://schemas.openxmlformats.org/drawingml/2006/main" noGrp="1"/>
          </p:cNvSpPr>
          <p:nvPr/>
        </p:nvSpPr>
        <p:spPr>
          <a:xfrm xmlns:a="http://schemas.openxmlformats.org/drawingml/2006/main">
            <a:off x="6858000" y="3810000"/>
            <a:ext cx="2857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스톱워치</a:t>
            </a:r>
          </a:p>
        </p:txBody>
      </p:sp>
      <p:sp>
        <p:nvSpPr>
          <p:cNvPr id="9" name="">
            <a:extLst xmlns:a="http://schemas.openxmlformats.org/drawingml/2006/main">
              <a:ext uri="{FF2B5EF4-FFF2-40B4-BE49-F238E27FC236}">
                <a16:creationId xmlns:a16="http://schemas.microsoft.com/office/drawing/2014/main" id="{0356427A-2D96-4F00-97C8-A6633FBE7C63}"/>
              </a:ext>
            </a:extLst>
          </p:cNvPr>
          <p:cNvSpPr>
            <a:spLocks xmlns:a="http://schemas.openxmlformats.org/drawingml/2006/main" noGrp="1"/>
          </p:cNvSpPr>
          <p:nvPr/>
        </p:nvSpPr>
        <p:spPr>
          <a:xfrm xmlns:a="http://schemas.openxmlformats.org/drawingml/2006/main">
            <a:off x="6858000" y="4286250"/>
            <a:ext cx="4572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진입 시 실행, 버튼으로 일시 정지</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정지 후 유휴 애니메이션 표시</a:t>
            </a:r>
          </a:p>
        </p:txBody>
      </p:sp>
      <p:sp>
        <p:nvSpPr>
          <p:cNvPr id="10" name="">
            <a:extLst xmlns:a="http://schemas.openxmlformats.org/drawingml/2006/main">
              <a:ext uri="{FF2B5EF4-FFF2-40B4-BE49-F238E27FC236}">
                <a16:creationId xmlns:a16="http://schemas.microsoft.com/office/drawing/2014/main" id="{E7A94603-4BBD-4A9B-8D14-78C687381CE2}"/>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구현 범위는 분·초 표시이며, 시각 설정과 랩 타임 기능은 포함하지 않는다.</a:t>
            </a:r>
          </a:p>
        </p:txBody>
      </p:sp>
    </p:spTree>
    <p:extLst>
      <p:ext uri="{BB962C8B-B14F-4D97-AF65-F5344CB8AC3E}">
        <p14:creationId xmlns:p14="http://schemas.microsoft.com/office/powerpoint/2010/main" val="1809974519"/>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3438356-8A9C-489E-8917-11C3F185FFAD}"/>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입력과 조작 방법</a:t>
            </a:r>
          </a:p>
        </p:txBody>
      </p:sp>
      <p:sp>
        <p:nvSpPr>
          <p:cNvPr id="2" name="">
            <a:extLst xmlns:a="http://schemas.openxmlformats.org/drawingml/2006/main">
              <a:ext uri="{FF2B5EF4-FFF2-40B4-BE49-F238E27FC236}">
                <a16:creationId xmlns:a16="http://schemas.microsoft.com/office/drawing/2014/main" id="{1B6C46BA-893D-4B40-961F-EEDF3501C7D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4AA5B64D-C40A-4077-93FC-FB4EF2DE9625}"/>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412E89E9-0A21-42E6-BCD0-E5309188CB2E}"/>
              </a:ext>
            </a:extLst>
          </p:cNvPr>
          <p:cNvSpPr>
            <a:spLocks xmlns:a="http://schemas.openxmlformats.org/drawingml/2006/main" noGrp="1"/>
          </p:cNvSpPr>
          <p:nvPr/>
        </p:nvSpPr>
        <p:spPr>
          <a:xfrm xmlns:a="http://schemas.openxmlformats.org/drawingml/2006/main">
            <a:off x="685800" y="1666875"/>
            <a:ext cx="2000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BTN L</a:t>
            </a:r>
          </a:p>
        </p:txBody>
      </p:sp>
      <p:sp>
        <p:nvSpPr>
          <p:cNvPr id="5" name="">
            <a:extLst xmlns:a="http://schemas.openxmlformats.org/drawingml/2006/main">
              <a:ext uri="{FF2B5EF4-FFF2-40B4-BE49-F238E27FC236}">
                <a16:creationId xmlns:a16="http://schemas.microsoft.com/office/drawing/2014/main" id="{CDF3E498-B53D-48E0-B37A-1E8A319273C8}"/>
              </a:ext>
            </a:extLst>
          </p:cNvPr>
          <p:cNvSpPr>
            <a:spLocks xmlns:a="http://schemas.openxmlformats.org/drawingml/2006/main" noGrp="1"/>
          </p:cNvSpPr>
          <p:nvPr/>
        </p:nvSpPr>
        <p:spPr>
          <a:xfrm xmlns:a="http://schemas.openxmlformats.org/drawingml/2006/main">
            <a:off x="2876550" y="1666875"/>
            <a:ext cx="3143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시계 ↔ 스톱워치</a:t>
            </a:r>
          </a:p>
        </p:txBody>
      </p:sp>
      <p:sp>
        <p:nvSpPr>
          <p:cNvPr id="6" name="">
            <a:extLst xmlns:a="http://schemas.openxmlformats.org/drawingml/2006/main">
              <a:ext uri="{FF2B5EF4-FFF2-40B4-BE49-F238E27FC236}">
                <a16:creationId xmlns:a16="http://schemas.microsoft.com/office/drawing/2014/main" id="{CCDB69AE-D34F-47F4-8F18-4B7CE0769297}"/>
              </a:ext>
            </a:extLst>
          </p:cNvPr>
          <p:cNvSpPr>
            <a:spLocks xmlns:a="http://schemas.openxmlformats.org/drawingml/2006/main" noGrp="1"/>
          </p:cNvSpPr>
          <p:nvPr/>
        </p:nvSpPr>
        <p:spPr>
          <a:xfrm xmlns:a="http://schemas.openxmlformats.org/drawingml/2006/main">
            <a:off x="6286500" y="1666875"/>
            <a:ext cx="51911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실행 상태를 유지한 채 모드 변경</a:t>
            </a:r>
          </a:p>
        </p:txBody>
      </p:sp>
      <p:sp>
        <p:nvSpPr>
          <p:cNvPr id="7" name="">
            <a:extLst xmlns:a="http://schemas.openxmlformats.org/drawingml/2006/main">
              <a:ext uri="{FF2B5EF4-FFF2-40B4-BE49-F238E27FC236}">
                <a16:creationId xmlns:a16="http://schemas.microsoft.com/office/drawing/2014/main" id="{EFC636C4-CC12-4377-9681-F7AB635F91E0}"/>
              </a:ext>
            </a:extLst>
          </p:cNvPr>
          <p:cNvSpPr>
            <a:spLocks xmlns:a="http://schemas.openxmlformats.org/drawingml/2006/main" noGrp="1"/>
          </p:cNvSpPr>
          <p:nvPr/>
        </p:nvSpPr>
        <p:spPr>
          <a:xfrm xmlns:a="http://schemas.openxmlformats.org/drawingml/2006/main">
            <a:off x="685800" y="2447925"/>
            <a:ext cx="107442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8" name="">
            <a:extLst xmlns:a="http://schemas.openxmlformats.org/drawingml/2006/main">
              <a:ext uri="{FF2B5EF4-FFF2-40B4-BE49-F238E27FC236}">
                <a16:creationId xmlns:a16="http://schemas.microsoft.com/office/drawing/2014/main" id="{63114622-86AC-41CA-B55C-AF89309BC405}"/>
              </a:ext>
            </a:extLst>
          </p:cNvPr>
          <p:cNvSpPr>
            <a:spLocks xmlns:a="http://schemas.openxmlformats.org/drawingml/2006/main" noGrp="1"/>
          </p:cNvSpPr>
          <p:nvPr/>
        </p:nvSpPr>
        <p:spPr>
          <a:xfrm xmlns:a="http://schemas.openxmlformats.org/drawingml/2006/main">
            <a:off x="685800" y="2638425"/>
            <a:ext cx="2000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BTN R</a:t>
            </a:r>
          </a:p>
        </p:txBody>
      </p:sp>
      <p:sp>
        <p:nvSpPr>
          <p:cNvPr id="9" name="">
            <a:extLst xmlns:a="http://schemas.openxmlformats.org/drawingml/2006/main">
              <a:ext uri="{FF2B5EF4-FFF2-40B4-BE49-F238E27FC236}">
                <a16:creationId xmlns:a16="http://schemas.microsoft.com/office/drawing/2014/main" id="{F77FF910-C59B-4B74-9BEB-A64B07F15F7F}"/>
              </a:ext>
            </a:extLst>
          </p:cNvPr>
          <p:cNvSpPr>
            <a:spLocks xmlns:a="http://schemas.openxmlformats.org/drawingml/2006/main" noGrp="1"/>
          </p:cNvSpPr>
          <p:nvPr/>
        </p:nvSpPr>
        <p:spPr>
          <a:xfrm xmlns:a="http://schemas.openxmlformats.org/drawingml/2006/main">
            <a:off x="2876550" y="2638425"/>
            <a:ext cx="3143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실행 ↔ 일시 정지</a:t>
            </a:r>
          </a:p>
        </p:txBody>
      </p:sp>
      <p:sp>
        <p:nvSpPr>
          <p:cNvPr id="10" name="">
            <a:extLst xmlns:a="http://schemas.openxmlformats.org/drawingml/2006/main">
              <a:ext uri="{FF2B5EF4-FFF2-40B4-BE49-F238E27FC236}">
                <a16:creationId xmlns:a16="http://schemas.microsoft.com/office/drawing/2014/main" id="{ACA259EF-F5AB-4395-935A-28FAC1A148CC}"/>
              </a:ext>
            </a:extLst>
          </p:cNvPr>
          <p:cNvSpPr>
            <a:spLocks xmlns:a="http://schemas.openxmlformats.org/drawingml/2006/main" noGrp="1"/>
          </p:cNvSpPr>
          <p:nvPr/>
        </p:nvSpPr>
        <p:spPr>
          <a:xfrm xmlns:a="http://schemas.openxmlformats.org/drawingml/2006/main">
            <a:off x="6286500" y="2638425"/>
            <a:ext cx="51911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스톱워치 모드에서만 유효</a:t>
            </a:r>
          </a:p>
        </p:txBody>
      </p:sp>
      <p:sp>
        <p:nvSpPr>
          <p:cNvPr id="11" name="">
            <a:extLst xmlns:a="http://schemas.openxmlformats.org/drawingml/2006/main">
              <a:ext uri="{FF2B5EF4-FFF2-40B4-BE49-F238E27FC236}">
                <a16:creationId xmlns:a16="http://schemas.microsoft.com/office/drawing/2014/main" id="{8A735DDC-CADB-48C1-B2F0-8A7BCB6DF98D}"/>
              </a:ext>
            </a:extLst>
          </p:cNvPr>
          <p:cNvSpPr>
            <a:spLocks xmlns:a="http://schemas.openxmlformats.org/drawingml/2006/main" noGrp="1"/>
          </p:cNvSpPr>
          <p:nvPr/>
        </p:nvSpPr>
        <p:spPr>
          <a:xfrm xmlns:a="http://schemas.openxmlformats.org/drawingml/2006/main">
            <a:off x="685800" y="3419475"/>
            <a:ext cx="107442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12" name="">
            <a:extLst xmlns:a="http://schemas.openxmlformats.org/drawingml/2006/main">
              <a:ext uri="{FF2B5EF4-FFF2-40B4-BE49-F238E27FC236}">
                <a16:creationId xmlns:a16="http://schemas.microsoft.com/office/drawing/2014/main" id="{E1B4F3A0-A838-46DF-AC48-C8194C1BDE9C}"/>
              </a:ext>
            </a:extLst>
          </p:cNvPr>
          <p:cNvSpPr>
            <a:spLocks xmlns:a="http://schemas.openxmlformats.org/drawingml/2006/main" noGrp="1"/>
          </p:cNvSpPr>
          <p:nvPr/>
        </p:nvSpPr>
        <p:spPr>
          <a:xfrm xmlns:a="http://schemas.openxmlformats.org/drawingml/2006/main">
            <a:off x="685800" y="3609975"/>
            <a:ext cx="2000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BTN C</a:t>
            </a:r>
          </a:p>
        </p:txBody>
      </p:sp>
      <p:sp>
        <p:nvSpPr>
          <p:cNvPr id="13" name="">
            <a:extLst xmlns:a="http://schemas.openxmlformats.org/drawingml/2006/main">
              <a:ext uri="{FF2B5EF4-FFF2-40B4-BE49-F238E27FC236}">
                <a16:creationId xmlns:a16="http://schemas.microsoft.com/office/drawing/2014/main" id="{056D708E-27E3-472D-9CFC-1835C16D4926}"/>
              </a:ext>
            </a:extLst>
          </p:cNvPr>
          <p:cNvSpPr>
            <a:spLocks xmlns:a="http://schemas.openxmlformats.org/drawingml/2006/main" noGrp="1"/>
          </p:cNvSpPr>
          <p:nvPr/>
        </p:nvSpPr>
        <p:spPr>
          <a:xfrm xmlns:a="http://schemas.openxmlformats.org/drawingml/2006/main">
            <a:off x="2876550" y="3609975"/>
            <a:ext cx="3143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스톱워치 00:00</a:t>
            </a:r>
          </a:p>
        </p:txBody>
      </p:sp>
      <p:sp>
        <p:nvSpPr>
          <p:cNvPr id="14" name="">
            <a:extLst xmlns:a="http://schemas.openxmlformats.org/drawingml/2006/main">
              <a:ext uri="{FF2B5EF4-FFF2-40B4-BE49-F238E27FC236}">
                <a16:creationId xmlns:a16="http://schemas.microsoft.com/office/drawing/2014/main" id="{C5211B9E-9534-4AB2-A083-FA0242DBF264}"/>
              </a:ext>
            </a:extLst>
          </p:cNvPr>
          <p:cNvSpPr>
            <a:spLocks xmlns:a="http://schemas.openxmlformats.org/drawingml/2006/main" noGrp="1"/>
          </p:cNvSpPr>
          <p:nvPr/>
        </p:nvSpPr>
        <p:spPr>
          <a:xfrm xmlns:a="http://schemas.openxmlformats.org/drawingml/2006/main">
            <a:off x="6286500" y="3609975"/>
            <a:ext cx="51911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실행 상태와 tick 위상은 유지</a:t>
            </a:r>
          </a:p>
        </p:txBody>
      </p:sp>
      <p:sp>
        <p:nvSpPr>
          <p:cNvPr id="15" name="">
            <a:extLst xmlns:a="http://schemas.openxmlformats.org/drawingml/2006/main">
              <a:ext uri="{FF2B5EF4-FFF2-40B4-BE49-F238E27FC236}">
                <a16:creationId xmlns:a16="http://schemas.microsoft.com/office/drawing/2014/main" id="{AB4CE6F8-1CA8-470B-9DA0-0F53BF9DBF6B}"/>
              </a:ext>
            </a:extLst>
          </p:cNvPr>
          <p:cNvSpPr>
            <a:spLocks xmlns:a="http://schemas.openxmlformats.org/drawingml/2006/main" noGrp="1"/>
          </p:cNvSpPr>
          <p:nvPr/>
        </p:nvSpPr>
        <p:spPr>
          <a:xfrm xmlns:a="http://schemas.openxmlformats.org/drawingml/2006/main">
            <a:off x="685800" y="4391025"/>
            <a:ext cx="107442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16" name="">
            <a:extLst xmlns:a="http://schemas.openxmlformats.org/drawingml/2006/main">
              <a:ext uri="{FF2B5EF4-FFF2-40B4-BE49-F238E27FC236}">
                <a16:creationId xmlns:a16="http://schemas.microsoft.com/office/drawing/2014/main" id="{F3D173C2-73FC-497D-B9D5-480C0D52A745}"/>
              </a:ext>
            </a:extLst>
          </p:cNvPr>
          <p:cNvSpPr>
            <a:spLocks xmlns:a="http://schemas.openxmlformats.org/drawingml/2006/main" noGrp="1"/>
          </p:cNvSpPr>
          <p:nvPr/>
        </p:nvSpPr>
        <p:spPr>
          <a:xfrm xmlns:a="http://schemas.openxmlformats.org/drawingml/2006/main">
            <a:off x="685800" y="4581525"/>
            <a:ext cx="2000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RESET</a:t>
            </a:r>
          </a:p>
        </p:txBody>
      </p:sp>
      <p:sp>
        <p:nvSpPr>
          <p:cNvPr id="17" name="">
            <a:extLst xmlns:a="http://schemas.openxmlformats.org/drawingml/2006/main">
              <a:ext uri="{FF2B5EF4-FFF2-40B4-BE49-F238E27FC236}">
                <a16:creationId xmlns:a16="http://schemas.microsoft.com/office/drawing/2014/main" id="{72089BCE-E081-473E-BB59-6ABC93E78BD6}"/>
              </a:ext>
            </a:extLst>
          </p:cNvPr>
          <p:cNvSpPr>
            <a:spLocks xmlns:a="http://schemas.openxmlformats.org/drawingml/2006/main" noGrp="1"/>
          </p:cNvSpPr>
          <p:nvPr/>
        </p:nvSpPr>
        <p:spPr>
          <a:xfrm xmlns:a="http://schemas.openxmlformats.org/drawingml/2006/main">
            <a:off x="2876550" y="4581525"/>
            <a:ext cx="314325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전체 초기화</a:t>
            </a:r>
          </a:p>
        </p:txBody>
      </p:sp>
      <p:sp>
        <p:nvSpPr>
          <p:cNvPr id="18" name="">
            <a:extLst xmlns:a="http://schemas.openxmlformats.org/drawingml/2006/main">
              <a:ext uri="{FF2B5EF4-FFF2-40B4-BE49-F238E27FC236}">
                <a16:creationId xmlns:a16="http://schemas.microsoft.com/office/drawing/2014/main" id="{20DF1E59-A9FF-4EC8-B61E-7CEB605DDEF7}"/>
              </a:ext>
            </a:extLst>
          </p:cNvPr>
          <p:cNvSpPr>
            <a:spLocks xmlns:a="http://schemas.openxmlformats.org/drawingml/2006/main" noGrp="1"/>
          </p:cNvSpPr>
          <p:nvPr/>
        </p:nvSpPr>
        <p:spPr>
          <a:xfrm xmlns:a="http://schemas.openxmlformats.org/drawingml/2006/main">
            <a:off x="6286500" y="4581525"/>
            <a:ext cx="51911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시계 모드, running=1로 복귀</a:t>
            </a:r>
          </a:p>
        </p:txBody>
      </p:sp>
      <p:sp>
        <p:nvSpPr>
          <p:cNvPr id="19" name="">
            <a:extLst xmlns:a="http://schemas.openxmlformats.org/drawingml/2006/main">
              <a:ext uri="{FF2B5EF4-FFF2-40B4-BE49-F238E27FC236}">
                <a16:creationId xmlns:a16="http://schemas.microsoft.com/office/drawing/2014/main" id="{AD69C4FB-772F-4B56-BE58-A53BD3ACBCB4}"/>
              </a:ext>
            </a:extLst>
          </p:cNvPr>
          <p:cNvSpPr>
            <a:spLocks xmlns:a="http://schemas.openxmlformats.org/drawingml/2006/main" noGrp="1"/>
          </p:cNvSpPr>
          <p:nvPr/>
        </p:nvSpPr>
        <p:spPr>
          <a:xfrm xmlns:a="http://schemas.openxmlformats.org/drawingml/2006/main">
            <a:off x="685800" y="5362575"/>
            <a:ext cx="107442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20" name="">
            <a:extLst xmlns:a="http://schemas.openxmlformats.org/drawingml/2006/main">
              <a:ext uri="{FF2B5EF4-FFF2-40B4-BE49-F238E27FC236}">
                <a16:creationId xmlns:a16="http://schemas.microsoft.com/office/drawing/2014/main" id="{0EC161FC-2D08-492F-B211-CFB0472FE488}"/>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LED[0] = mode     LED[1] = mode &amp;&amp; running</a:t>
            </a:r>
          </a:p>
        </p:txBody>
      </p:sp>
    </p:spTree>
    <p:extLst>
      <p:ext uri="{BB962C8B-B14F-4D97-AF65-F5344CB8AC3E}">
        <p14:creationId xmlns:p14="http://schemas.microsoft.com/office/powerpoint/2010/main" val="1696295635"/>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AB485D3-D8F3-4BF1-B283-2FB1A765C516}"/>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전체 구조</a:t>
            </a:r>
          </a:p>
        </p:txBody>
      </p:sp>
      <p:sp>
        <p:nvSpPr>
          <p:cNvPr id="2" name="">
            <a:extLst xmlns:a="http://schemas.openxmlformats.org/drawingml/2006/main">
              <a:ext uri="{FF2B5EF4-FFF2-40B4-BE49-F238E27FC236}">
                <a16:creationId xmlns:a16="http://schemas.microsoft.com/office/drawing/2014/main" id="{91AD0862-D810-44CD-B6A2-C426E643A24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3D935DB8-BC09-4EE8-8EBD-3117A4127059}"/>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E55B0CC4-D7A6-40F9-B432-746704E72625}"/>
              </a:ext>
            </a:extLst>
          </p:cNvPr>
          <p:cNvSpPr>
            <a:spLocks xmlns:a="http://schemas.openxmlformats.org/drawingml/2006/main" noGrp="1"/>
          </p:cNvSpPr>
          <p:nvPr/>
        </p:nvSpPr>
        <p:spPr>
          <a:xfrm xmlns:a="http://schemas.openxmlformats.org/drawingml/2006/main">
            <a:off x="609600" y="2609850"/>
            <a:ext cx="133350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5" name="">
            <a:extLst xmlns:a="http://schemas.openxmlformats.org/drawingml/2006/main">
              <a:ext uri="{FF2B5EF4-FFF2-40B4-BE49-F238E27FC236}">
                <a16:creationId xmlns:a16="http://schemas.microsoft.com/office/drawing/2014/main" id="{4B19996D-0F44-4838-AD47-C69B63D7DBF3}"/>
              </a:ext>
            </a:extLst>
          </p:cNvPr>
          <p:cNvSpPr>
            <a:spLocks xmlns:a="http://schemas.openxmlformats.org/drawingml/2006/main" noGrp="1"/>
          </p:cNvSpPr>
          <p:nvPr/>
        </p:nvSpPr>
        <p:spPr>
          <a:xfrm xmlns:a="http://schemas.openxmlformats.org/drawingml/2006/main">
            <a:off x="723900" y="2686050"/>
            <a:ext cx="11049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버튼</a:t>
            </a:r>
          </a:p>
        </p:txBody>
      </p:sp>
      <p:sp>
        <p:nvSpPr>
          <p:cNvPr id="6" name="">
            <a:extLst xmlns:a="http://schemas.openxmlformats.org/drawingml/2006/main">
              <a:ext uri="{FF2B5EF4-FFF2-40B4-BE49-F238E27FC236}">
                <a16:creationId xmlns:a16="http://schemas.microsoft.com/office/drawing/2014/main" id="{4284F8F0-75E7-4D6E-B804-7CF5568A6B7D}"/>
              </a:ext>
            </a:extLst>
          </p:cNvPr>
          <p:cNvSpPr>
            <a:spLocks xmlns:a="http://schemas.openxmlformats.org/drawingml/2006/main" noGrp="1"/>
          </p:cNvSpPr>
          <p:nvPr/>
        </p:nvSpPr>
        <p:spPr>
          <a:xfrm xmlns:a="http://schemas.openxmlformats.org/drawingml/2006/main">
            <a:off x="2476500" y="2609850"/>
            <a:ext cx="2238375"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7" name="">
            <a:extLst xmlns:a="http://schemas.openxmlformats.org/drawingml/2006/main">
              <a:ext uri="{FF2B5EF4-FFF2-40B4-BE49-F238E27FC236}">
                <a16:creationId xmlns:a16="http://schemas.microsoft.com/office/drawing/2014/main" id="{9BDC2783-44DA-4D8A-8966-8DF07692B0D3}"/>
              </a:ext>
            </a:extLst>
          </p:cNvPr>
          <p:cNvSpPr>
            <a:spLocks xmlns:a="http://schemas.openxmlformats.org/drawingml/2006/main" noGrp="1"/>
          </p:cNvSpPr>
          <p:nvPr/>
        </p:nvSpPr>
        <p:spPr>
          <a:xfrm xmlns:a="http://schemas.openxmlformats.org/drawingml/2006/main">
            <a:off x="2590800" y="2686050"/>
            <a:ext cx="2009775"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btn_debouncer</a:t>
            </a:r>
          </a:p>
        </p:txBody>
      </p:sp>
      <p:sp>
        <p:nvSpPr>
          <p:cNvPr id="8" name="">
            <a:extLst xmlns:a="http://schemas.openxmlformats.org/drawingml/2006/main">
              <a:ext uri="{FF2B5EF4-FFF2-40B4-BE49-F238E27FC236}">
                <a16:creationId xmlns:a16="http://schemas.microsoft.com/office/drawing/2014/main" id="{5F20207E-27BD-4CDD-9B2F-1BDAFBFC27C1}"/>
              </a:ext>
            </a:extLst>
          </p:cNvPr>
          <p:cNvSpPr>
            <a:spLocks xmlns:a="http://schemas.openxmlformats.org/drawingml/2006/main" noGrp="1"/>
          </p:cNvSpPr>
          <p:nvPr/>
        </p:nvSpPr>
        <p:spPr>
          <a:xfrm xmlns:a="http://schemas.openxmlformats.org/drawingml/2006/main">
            <a:off x="5257800" y="2609850"/>
            <a:ext cx="247650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9" name="">
            <a:extLst xmlns:a="http://schemas.openxmlformats.org/drawingml/2006/main">
              <a:ext uri="{FF2B5EF4-FFF2-40B4-BE49-F238E27FC236}">
                <a16:creationId xmlns:a16="http://schemas.microsoft.com/office/drawing/2014/main" id="{7B9AA85A-1716-458F-82D8-798A3B2E61AF}"/>
              </a:ext>
            </a:extLst>
          </p:cNvPr>
          <p:cNvSpPr>
            <a:spLocks xmlns:a="http://schemas.openxmlformats.org/drawingml/2006/main" noGrp="1"/>
          </p:cNvSpPr>
          <p:nvPr/>
        </p:nvSpPr>
        <p:spPr>
          <a:xfrm xmlns:a="http://schemas.openxmlformats.org/drawingml/2006/main">
            <a:off x="5372100" y="2686050"/>
            <a:ext cx="22479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main_controller</a:t>
            </a:r>
          </a:p>
        </p:txBody>
      </p:sp>
      <p:sp>
        <p:nvSpPr>
          <p:cNvPr id="10" name="">
            <a:extLst xmlns:a="http://schemas.openxmlformats.org/drawingml/2006/main">
              <a:ext uri="{FF2B5EF4-FFF2-40B4-BE49-F238E27FC236}">
                <a16:creationId xmlns:a16="http://schemas.microsoft.com/office/drawing/2014/main" id="{5D00A344-8DC1-4997-9792-26167FFD03EC}"/>
              </a:ext>
            </a:extLst>
          </p:cNvPr>
          <p:cNvSpPr>
            <a:spLocks xmlns:a="http://schemas.openxmlformats.org/drawingml/2006/main" noGrp="1"/>
          </p:cNvSpPr>
          <p:nvPr/>
        </p:nvSpPr>
        <p:spPr>
          <a:xfrm xmlns:a="http://schemas.openxmlformats.org/drawingml/2006/main">
            <a:off x="8305800" y="2609850"/>
            <a:ext cx="266700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1" name="">
            <a:extLst xmlns:a="http://schemas.openxmlformats.org/drawingml/2006/main">
              <a:ext uri="{FF2B5EF4-FFF2-40B4-BE49-F238E27FC236}">
                <a16:creationId xmlns:a16="http://schemas.microsoft.com/office/drawing/2014/main" id="{A0DB6996-B6D2-4E8C-8691-776695989288}"/>
              </a:ext>
            </a:extLst>
          </p:cNvPr>
          <p:cNvSpPr>
            <a:spLocks xmlns:a="http://schemas.openxmlformats.org/drawingml/2006/main" noGrp="1"/>
          </p:cNvSpPr>
          <p:nvPr/>
        </p:nvSpPr>
        <p:spPr>
          <a:xfrm xmlns:a="http://schemas.openxmlformats.org/drawingml/2006/main">
            <a:off x="8420100" y="2686050"/>
            <a:ext cx="24384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fnd_controller</a:t>
            </a:r>
          </a:p>
        </p:txBody>
      </p:sp>
      <p:sp>
        <p:nvSpPr>
          <p:cNvPr id="12" name="">
            <a:extLst xmlns:a="http://schemas.openxmlformats.org/drawingml/2006/main">
              <a:ext uri="{FF2B5EF4-FFF2-40B4-BE49-F238E27FC236}">
                <a16:creationId xmlns:a16="http://schemas.microsoft.com/office/drawing/2014/main" id="{96F6B9A4-4E1D-455E-AE20-331307E0556E}"/>
              </a:ext>
            </a:extLst>
          </p:cNvPr>
          <p:cNvSpPr>
            <a:spLocks xmlns:a="http://schemas.openxmlformats.org/drawingml/2006/main" noGrp="1"/>
          </p:cNvSpPr>
          <p:nvPr/>
        </p:nvSpPr>
        <p:spPr>
          <a:xfrm xmlns:a="http://schemas.openxmlformats.org/drawingml/2006/main">
            <a:off x="1943100" y="2971800"/>
            <a:ext cx="4572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3" name="">
            <a:extLst xmlns:a="http://schemas.openxmlformats.org/drawingml/2006/main">
              <a:ext uri="{FF2B5EF4-FFF2-40B4-BE49-F238E27FC236}">
                <a16:creationId xmlns:a16="http://schemas.microsoft.com/office/drawing/2014/main" id="{9BA6E907-894F-4872-AAAC-9E64BD9C3F74}"/>
              </a:ext>
            </a:extLst>
          </p:cNvPr>
          <p:cNvSpPr>
            <a:spLocks xmlns:a="http://schemas.openxmlformats.org/drawingml/2006/main" noGrp="1"/>
          </p:cNvSpPr>
          <p:nvPr/>
        </p:nvSpPr>
        <p:spPr>
          <a:xfrm xmlns:a="http://schemas.openxmlformats.org/drawingml/2006/main">
            <a:off x="2333625" y="290512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5BDDD70C-2389-426B-9BE3-8219D319A50F}"/>
              </a:ext>
            </a:extLst>
          </p:cNvPr>
          <p:cNvSpPr>
            <a:spLocks xmlns:a="http://schemas.openxmlformats.org/drawingml/2006/main" noGrp="1"/>
          </p:cNvSpPr>
          <p:nvPr/>
        </p:nvSpPr>
        <p:spPr>
          <a:xfrm xmlns:a="http://schemas.openxmlformats.org/drawingml/2006/main">
            <a:off x="4714875" y="2971800"/>
            <a:ext cx="46672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5" name="">
            <a:extLst xmlns:a="http://schemas.openxmlformats.org/drawingml/2006/main">
              <a:ext uri="{FF2B5EF4-FFF2-40B4-BE49-F238E27FC236}">
                <a16:creationId xmlns:a16="http://schemas.microsoft.com/office/drawing/2014/main" id="{70D4C627-D05D-4FBA-8CFB-AE683D0CB2E6}"/>
              </a:ext>
            </a:extLst>
          </p:cNvPr>
          <p:cNvSpPr>
            <a:spLocks xmlns:a="http://schemas.openxmlformats.org/drawingml/2006/main" noGrp="1"/>
          </p:cNvSpPr>
          <p:nvPr/>
        </p:nvSpPr>
        <p:spPr>
          <a:xfrm xmlns:a="http://schemas.openxmlformats.org/drawingml/2006/main">
            <a:off x="5114925" y="290512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F550581A-43A2-4017-BB0F-435FF920F39C}"/>
              </a:ext>
            </a:extLst>
          </p:cNvPr>
          <p:cNvSpPr>
            <a:spLocks xmlns:a="http://schemas.openxmlformats.org/drawingml/2006/main" noGrp="1"/>
          </p:cNvSpPr>
          <p:nvPr/>
        </p:nvSpPr>
        <p:spPr>
          <a:xfrm xmlns:a="http://schemas.openxmlformats.org/drawingml/2006/main">
            <a:off x="7734300" y="2971800"/>
            <a:ext cx="4953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7" name="">
            <a:extLst xmlns:a="http://schemas.openxmlformats.org/drawingml/2006/main">
              <a:ext uri="{FF2B5EF4-FFF2-40B4-BE49-F238E27FC236}">
                <a16:creationId xmlns:a16="http://schemas.microsoft.com/office/drawing/2014/main" id="{87CE460A-F250-487A-AFF7-F53D55B9B35C}"/>
              </a:ext>
            </a:extLst>
          </p:cNvPr>
          <p:cNvSpPr>
            <a:spLocks xmlns:a="http://schemas.openxmlformats.org/drawingml/2006/main" noGrp="1"/>
          </p:cNvSpPr>
          <p:nvPr/>
        </p:nvSpPr>
        <p:spPr>
          <a:xfrm xmlns:a="http://schemas.openxmlformats.org/drawingml/2006/main">
            <a:off x="8162925" y="290512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43582DE5-1C0F-4846-8E7E-5A7975A5955C}"/>
              </a:ext>
            </a:extLst>
          </p:cNvPr>
          <p:cNvSpPr>
            <a:spLocks xmlns:a="http://schemas.openxmlformats.org/drawingml/2006/main" noGrp="1"/>
          </p:cNvSpPr>
          <p:nvPr/>
        </p:nvSpPr>
        <p:spPr>
          <a:xfrm xmlns:a="http://schemas.openxmlformats.org/drawingml/2006/main">
            <a:off x="2476500" y="3514725"/>
            <a:ext cx="2238375"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00" b="0">
                <a:solidFill>
                  <a:srgbClr val="626B69"/>
                </a:solidFill>
                <a:latin typeface="Malgun Gothic"/>
                <a:ea typeface="Malgun Gothic"/>
                <a:cs typeface="Malgun Gothic"/>
              </a:defRPr>
            </a:defPPr>
            <a:lvl1pPr algn="ctr">
              <a:defRPr sz="1800" b="0">
                <a:solidFill>
                  <a:srgbClr val="626B69"/>
                </a:solidFill>
                <a:latin typeface="Malgun Gothic"/>
                <a:ea typeface="Malgun Gothic"/>
                <a:cs typeface="Malgun Gothic"/>
              </a:defRPr>
            </a:lvl1pPr>
            <a:lvl2pPr algn="ctr">
              <a:defRPr sz="1800" b="0">
                <a:solidFill>
                  <a:srgbClr val="626B69"/>
                </a:solidFill>
                <a:latin typeface="Malgun Gothic"/>
                <a:ea typeface="Malgun Gothic"/>
                <a:cs typeface="Malgun Gothic"/>
              </a:defRPr>
            </a:lvl2pPr>
            <a:lvl3pPr algn="ctr">
              <a:defRPr sz="1800" b="0">
                <a:solidFill>
                  <a:srgbClr val="626B69"/>
                </a:solidFill>
                <a:latin typeface="Malgun Gothic"/>
                <a:ea typeface="Malgun Gothic"/>
                <a:cs typeface="Malgun Gothic"/>
              </a:defRPr>
            </a:lvl3pPr>
            <a:lvl4pPr algn="ctr">
              <a:defRPr sz="1800" b="0">
                <a:solidFill>
                  <a:srgbClr val="626B69"/>
                </a:solidFill>
                <a:latin typeface="Malgun Gothic"/>
                <a:ea typeface="Malgun Gothic"/>
                <a:cs typeface="Malgun Gothic"/>
              </a:defRPr>
            </a:lvl4pPr>
            <a:lvl5pPr algn="ctr">
              <a:defRPr sz="1800" b="0">
                <a:solidFill>
                  <a:srgbClr val="626B69"/>
                </a:solidFill>
                <a:latin typeface="Malgun Gothic"/>
                <a:ea typeface="Malgun Gothic"/>
                <a:cs typeface="Malgun Gothic"/>
              </a:defRPr>
            </a:lvl5pPr>
            <a:lvl6pPr algn="ctr">
              <a:defRPr sz="1800" b="0">
                <a:solidFill>
                  <a:srgbClr val="626B69"/>
                </a:solidFill>
                <a:latin typeface="Malgun Gothic"/>
                <a:ea typeface="Malgun Gothic"/>
                <a:cs typeface="Malgun Gothic"/>
              </a:defRPr>
            </a:lvl6pPr>
            <a:lvl7pPr algn="ctr">
              <a:defRPr sz="1800" b="0">
                <a:solidFill>
                  <a:srgbClr val="626B69"/>
                </a:solidFill>
                <a:latin typeface="Malgun Gothic"/>
                <a:ea typeface="Malgun Gothic"/>
                <a:cs typeface="Malgun Gothic"/>
              </a:defRPr>
            </a:lvl7pPr>
            <a:lvl8pPr algn="ctr">
              <a:defRPr sz="1800" b="0">
                <a:solidFill>
                  <a:srgbClr val="626B69"/>
                </a:solidFill>
                <a:latin typeface="Malgun Gothic"/>
                <a:ea typeface="Malgun Gothic"/>
                <a:cs typeface="Malgun Gothic"/>
              </a:defRPr>
            </a:lvl8pPr>
            <a:lvl9pPr algn="ctr">
              <a:defRPr sz="1800" b="0">
                <a:solidFill>
                  <a:srgbClr val="626B69"/>
                </a:solidFill>
                <a:latin typeface="Malgun Gothic"/>
                <a:ea typeface="Malgun Gothic"/>
                <a:cs typeface="Malgun Gothic"/>
              </a:defRPr>
            </a:lvl9pPr>
          </a:lstStyle>
          <a:p xmlns:a="http://schemas.openxmlformats.org/drawingml/2006/main">
            <a:pPr algn="ctr">
              <a:defRPr sz="1800" b="0">
                <a:solidFill>
                  <a:srgbClr val="626B69"/>
                </a:solidFill>
                <a:latin typeface="Malgun Gothic"/>
                <a:ea typeface="Malgun Gothic"/>
                <a:cs typeface="Malgun Gothic"/>
              </a:defRPr>
            </a:pPr>
            <a:r>
              <a:rPr sz="1800" b="0">
                <a:solidFill>
                  <a:srgbClr val="626B69"/>
                </a:solidFill>
                <a:latin typeface="Malgun Gothic"/>
                <a:ea typeface="Malgun Gothic"/>
                <a:cs typeface="Malgun Gothic"/>
              </a:rPr>
              <a:t>입력 안정화</a:t>
            </a:r>
          </a:p>
        </p:txBody>
      </p:sp>
      <p:sp>
        <p:nvSpPr>
          <p:cNvPr id="19" name="">
            <a:extLst xmlns:a="http://schemas.openxmlformats.org/drawingml/2006/main">
              <a:ext uri="{FF2B5EF4-FFF2-40B4-BE49-F238E27FC236}">
                <a16:creationId xmlns:a16="http://schemas.microsoft.com/office/drawing/2014/main" id="{B417B19A-994C-46FA-9198-28519E4D2D97}"/>
              </a:ext>
            </a:extLst>
          </p:cNvPr>
          <p:cNvSpPr>
            <a:spLocks xmlns:a="http://schemas.openxmlformats.org/drawingml/2006/main" noGrp="1"/>
          </p:cNvSpPr>
          <p:nvPr/>
        </p:nvSpPr>
        <p:spPr>
          <a:xfrm xmlns:a="http://schemas.openxmlformats.org/drawingml/2006/main">
            <a:off x="5067300" y="3514725"/>
            <a:ext cx="28575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00" b="0">
                <a:solidFill>
                  <a:srgbClr val="626B69"/>
                </a:solidFill>
                <a:latin typeface="Malgun Gothic"/>
                <a:ea typeface="Malgun Gothic"/>
                <a:cs typeface="Malgun Gothic"/>
              </a:defRPr>
            </a:defPPr>
            <a:lvl1pPr algn="ctr">
              <a:defRPr sz="1800" b="0">
                <a:solidFill>
                  <a:srgbClr val="626B69"/>
                </a:solidFill>
                <a:latin typeface="Malgun Gothic"/>
                <a:ea typeface="Malgun Gothic"/>
                <a:cs typeface="Malgun Gothic"/>
              </a:defRPr>
            </a:lvl1pPr>
            <a:lvl2pPr algn="ctr">
              <a:defRPr sz="1800" b="0">
                <a:solidFill>
                  <a:srgbClr val="626B69"/>
                </a:solidFill>
                <a:latin typeface="Malgun Gothic"/>
                <a:ea typeface="Malgun Gothic"/>
                <a:cs typeface="Malgun Gothic"/>
              </a:defRPr>
            </a:lvl2pPr>
            <a:lvl3pPr algn="ctr">
              <a:defRPr sz="1800" b="0">
                <a:solidFill>
                  <a:srgbClr val="626B69"/>
                </a:solidFill>
                <a:latin typeface="Malgun Gothic"/>
                <a:ea typeface="Malgun Gothic"/>
                <a:cs typeface="Malgun Gothic"/>
              </a:defRPr>
            </a:lvl3pPr>
            <a:lvl4pPr algn="ctr">
              <a:defRPr sz="1800" b="0">
                <a:solidFill>
                  <a:srgbClr val="626B69"/>
                </a:solidFill>
                <a:latin typeface="Malgun Gothic"/>
                <a:ea typeface="Malgun Gothic"/>
                <a:cs typeface="Malgun Gothic"/>
              </a:defRPr>
            </a:lvl4pPr>
            <a:lvl5pPr algn="ctr">
              <a:defRPr sz="1800" b="0">
                <a:solidFill>
                  <a:srgbClr val="626B69"/>
                </a:solidFill>
                <a:latin typeface="Malgun Gothic"/>
                <a:ea typeface="Malgun Gothic"/>
                <a:cs typeface="Malgun Gothic"/>
              </a:defRPr>
            </a:lvl5pPr>
            <a:lvl6pPr algn="ctr">
              <a:defRPr sz="1800" b="0">
                <a:solidFill>
                  <a:srgbClr val="626B69"/>
                </a:solidFill>
                <a:latin typeface="Malgun Gothic"/>
                <a:ea typeface="Malgun Gothic"/>
                <a:cs typeface="Malgun Gothic"/>
              </a:defRPr>
            </a:lvl6pPr>
            <a:lvl7pPr algn="ctr">
              <a:defRPr sz="1800" b="0">
                <a:solidFill>
                  <a:srgbClr val="626B69"/>
                </a:solidFill>
                <a:latin typeface="Malgun Gothic"/>
                <a:ea typeface="Malgun Gothic"/>
                <a:cs typeface="Malgun Gothic"/>
              </a:defRPr>
            </a:lvl7pPr>
            <a:lvl8pPr algn="ctr">
              <a:defRPr sz="1800" b="0">
                <a:solidFill>
                  <a:srgbClr val="626B69"/>
                </a:solidFill>
                <a:latin typeface="Malgun Gothic"/>
                <a:ea typeface="Malgun Gothic"/>
                <a:cs typeface="Malgun Gothic"/>
              </a:defRPr>
            </a:lvl8pPr>
            <a:lvl9pPr algn="ctr">
              <a:defRPr sz="1800" b="0">
                <a:solidFill>
                  <a:srgbClr val="626B69"/>
                </a:solidFill>
                <a:latin typeface="Malgun Gothic"/>
                <a:ea typeface="Malgun Gothic"/>
                <a:cs typeface="Malgun Gothic"/>
              </a:defRPr>
            </a:lvl9pPr>
          </a:lstStyle>
          <a:p xmlns:a="http://schemas.openxmlformats.org/drawingml/2006/main">
            <a:pPr algn="ctr">
              <a:defRPr sz="1800" b="0">
                <a:solidFill>
                  <a:srgbClr val="626B69"/>
                </a:solidFill>
                <a:latin typeface="Malgun Gothic"/>
                <a:ea typeface="Malgun Gothic"/>
                <a:cs typeface="Malgun Gothic"/>
              </a:defRPr>
            </a:pPr>
            <a:r>
              <a:rPr sz="1800" b="0">
                <a:solidFill>
                  <a:srgbClr val="626B69"/>
                </a:solidFill>
                <a:latin typeface="Malgun Gothic"/>
                <a:ea typeface="Malgun Gothic"/>
                <a:cs typeface="Malgun Gothic"/>
              </a:rPr>
              <a:t>1초 tick / 시간 / 상태</a:t>
            </a:r>
          </a:p>
        </p:txBody>
      </p:sp>
      <p:sp>
        <p:nvSpPr>
          <p:cNvPr id="20" name="">
            <a:extLst xmlns:a="http://schemas.openxmlformats.org/drawingml/2006/main">
              <a:ext uri="{FF2B5EF4-FFF2-40B4-BE49-F238E27FC236}">
                <a16:creationId xmlns:a16="http://schemas.microsoft.com/office/drawing/2014/main" id="{BF2EB531-842C-4390-B2FB-FF52AF44F839}"/>
              </a:ext>
            </a:extLst>
          </p:cNvPr>
          <p:cNvSpPr>
            <a:spLocks xmlns:a="http://schemas.openxmlformats.org/drawingml/2006/main" noGrp="1"/>
          </p:cNvSpPr>
          <p:nvPr/>
        </p:nvSpPr>
        <p:spPr>
          <a:xfrm xmlns:a="http://schemas.openxmlformats.org/drawingml/2006/main">
            <a:off x="8305800" y="3514725"/>
            <a:ext cx="26670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00" b="0">
                <a:solidFill>
                  <a:srgbClr val="626B69"/>
                </a:solidFill>
                <a:latin typeface="Malgun Gothic"/>
                <a:ea typeface="Malgun Gothic"/>
                <a:cs typeface="Malgun Gothic"/>
              </a:defRPr>
            </a:defPPr>
            <a:lvl1pPr algn="ctr">
              <a:defRPr sz="1800" b="0">
                <a:solidFill>
                  <a:srgbClr val="626B69"/>
                </a:solidFill>
                <a:latin typeface="Malgun Gothic"/>
                <a:ea typeface="Malgun Gothic"/>
                <a:cs typeface="Malgun Gothic"/>
              </a:defRPr>
            </a:lvl1pPr>
            <a:lvl2pPr algn="ctr">
              <a:defRPr sz="1800" b="0">
                <a:solidFill>
                  <a:srgbClr val="626B69"/>
                </a:solidFill>
                <a:latin typeface="Malgun Gothic"/>
                <a:ea typeface="Malgun Gothic"/>
                <a:cs typeface="Malgun Gothic"/>
              </a:defRPr>
            </a:lvl2pPr>
            <a:lvl3pPr algn="ctr">
              <a:defRPr sz="1800" b="0">
                <a:solidFill>
                  <a:srgbClr val="626B69"/>
                </a:solidFill>
                <a:latin typeface="Malgun Gothic"/>
                <a:ea typeface="Malgun Gothic"/>
                <a:cs typeface="Malgun Gothic"/>
              </a:defRPr>
            </a:lvl3pPr>
            <a:lvl4pPr algn="ctr">
              <a:defRPr sz="1800" b="0">
                <a:solidFill>
                  <a:srgbClr val="626B69"/>
                </a:solidFill>
                <a:latin typeface="Malgun Gothic"/>
                <a:ea typeface="Malgun Gothic"/>
                <a:cs typeface="Malgun Gothic"/>
              </a:defRPr>
            </a:lvl4pPr>
            <a:lvl5pPr algn="ctr">
              <a:defRPr sz="1800" b="0">
                <a:solidFill>
                  <a:srgbClr val="626B69"/>
                </a:solidFill>
                <a:latin typeface="Malgun Gothic"/>
                <a:ea typeface="Malgun Gothic"/>
                <a:cs typeface="Malgun Gothic"/>
              </a:defRPr>
            </a:lvl5pPr>
            <a:lvl6pPr algn="ctr">
              <a:defRPr sz="1800" b="0">
                <a:solidFill>
                  <a:srgbClr val="626B69"/>
                </a:solidFill>
                <a:latin typeface="Malgun Gothic"/>
                <a:ea typeface="Malgun Gothic"/>
                <a:cs typeface="Malgun Gothic"/>
              </a:defRPr>
            </a:lvl6pPr>
            <a:lvl7pPr algn="ctr">
              <a:defRPr sz="1800" b="0">
                <a:solidFill>
                  <a:srgbClr val="626B69"/>
                </a:solidFill>
                <a:latin typeface="Malgun Gothic"/>
                <a:ea typeface="Malgun Gothic"/>
                <a:cs typeface="Malgun Gothic"/>
              </a:defRPr>
            </a:lvl7pPr>
            <a:lvl8pPr algn="ctr">
              <a:defRPr sz="1800" b="0">
                <a:solidFill>
                  <a:srgbClr val="626B69"/>
                </a:solidFill>
                <a:latin typeface="Malgun Gothic"/>
                <a:ea typeface="Malgun Gothic"/>
                <a:cs typeface="Malgun Gothic"/>
              </a:defRPr>
            </a:lvl8pPr>
            <a:lvl9pPr algn="ctr">
              <a:defRPr sz="1800" b="0">
                <a:solidFill>
                  <a:srgbClr val="626B69"/>
                </a:solidFill>
                <a:latin typeface="Malgun Gothic"/>
                <a:ea typeface="Malgun Gothic"/>
                <a:cs typeface="Malgun Gothic"/>
              </a:defRPr>
            </a:lvl9pPr>
          </a:lstStyle>
          <a:p xmlns:a="http://schemas.openxmlformats.org/drawingml/2006/main">
            <a:pPr algn="ctr">
              <a:defRPr sz="1800" b="0">
                <a:solidFill>
                  <a:srgbClr val="626B69"/>
                </a:solidFill>
                <a:latin typeface="Malgun Gothic"/>
                <a:ea typeface="Malgun Gothic"/>
                <a:cs typeface="Malgun Gothic"/>
              </a:defRPr>
            </a:pPr>
            <a:r>
              <a:rPr sz="1800" b="0">
                <a:solidFill>
                  <a:srgbClr val="626B69"/>
                </a:solidFill>
                <a:latin typeface="Malgun Gothic"/>
                <a:ea typeface="Malgun Gothic"/>
                <a:cs typeface="Malgun Gothic"/>
              </a:rPr>
              <a:t>자리 선택 / BCD 해독</a:t>
            </a:r>
          </a:p>
        </p:txBody>
      </p:sp>
      <p:sp>
        <p:nvSpPr>
          <p:cNvPr id="21" name="">
            <a:extLst xmlns:a="http://schemas.openxmlformats.org/drawingml/2006/main">
              <a:ext uri="{FF2B5EF4-FFF2-40B4-BE49-F238E27FC236}">
                <a16:creationId xmlns:a16="http://schemas.microsoft.com/office/drawing/2014/main" id="{15D10C2F-21AE-4C8F-890A-7A5B51A4EB18}"/>
              </a:ext>
            </a:extLst>
          </p:cNvPr>
          <p:cNvSpPr>
            <a:spLocks xmlns:a="http://schemas.openxmlformats.org/drawingml/2006/main" noGrp="1"/>
          </p:cNvSpPr>
          <p:nvPr/>
        </p:nvSpPr>
        <p:spPr>
          <a:xfrm xmlns:a="http://schemas.openxmlformats.org/drawingml/2006/main">
            <a:off x="609600" y="4686300"/>
            <a:ext cx="228600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22" name="">
            <a:extLst xmlns:a="http://schemas.openxmlformats.org/drawingml/2006/main">
              <a:ext uri="{FF2B5EF4-FFF2-40B4-BE49-F238E27FC236}">
                <a16:creationId xmlns:a16="http://schemas.microsoft.com/office/drawing/2014/main" id="{307C0669-42E9-46F9-82B4-B11DBE36738F}"/>
              </a:ext>
            </a:extLst>
          </p:cNvPr>
          <p:cNvSpPr>
            <a:spLocks xmlns:a="http://schemas.openxmlformats.org/drawingml/2006/main" noGrp="1"/>
          </p:cNvSpPr>
          <p:nvPr/>
        </p:nvSpPr>
        <p:spPr>
          <a:xfrm xmlns:a="http://schemas.openxmlformats.org/drawingml/2006/main">
            <a:off x="723900" y="4762500"/>
            <a:ext cx="20574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100 MHz clk</a:t>
            </a:r>
          </a:p>
        </p:txBody>
      </p:sp>
      <p:sp>
        <p:nvSpPr>
          <p:cNvPr id="23" name="">
            <a:extLst xmlns:a="http://schemas.openxmlformats.org/drawingml/2006/main">
              <a:ext uri="{FF2B5EF4-FFF2-40B4-BE49-F238E27FC236}">
                <a16:creationId xmlns:a16="http://schemas.microsoft.com/office/drawing/2014/main" id="{5354EE31-646E-4B49-952C-3E974B0E809C}"/>
              </a:ext>
            </a:extLst>
          </p:cNvPr>
          <p:cNvSpPr>
            <a:spLocks xmlns:a="http://schemas.openxmlformats.org/drawingml/2006/main" noGrp="1"/>
          </p:cNvSpPr>
          <p:nvPr/>
        </p:nvSpPr>
        <p:spPr>
          <a:xfrm xmlns:a="http://schemas.openxmlformats.org/drawingml/2006/main">
            <a:off x="5162550" y="4686300"/>
            <a:ext cx="257175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24" name="">
            <a:extLst xmlns:a="http://schemas.openxmlformats.org/drawingml/2006/main">
              <a:ext uri="{FF2B5EF4-FFF2-40B4-BE49-F238E27FC236}">
                <a16:creationId xmlns:a16="http://schemas.microsoft.com/office/drawing/2014/main" id="{B07433D3-644E-46DA-800D-9B294682160B}"/>
              </a:ext>
            </a:extLst>
          </p:cNvPr>
          <p:cNvSpPr>
            <a:spLocks xmlns:a="http://schemas.openxmlformats.org/drawingml/2006/main" noGrp="1"/>
          </p:cNvSpPr>
          <p:nvPr/>
        </p:nvSpPr>
        <p:spPr>
          <a:xfrm xmlns:a="http://schemas.openxmlformats.org/drawingml/2006/main">
            <a:off x="5276850" y="4762500"/>
            <a:ext cx="23431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tick_generator</a:t>
            </a:r>
          </a:p>
        </p:txBody>
      </p:sp>
      <p:sp>
        <p:nvSpPr>
          <p:cNvPr id="25" name="">
            <a:extLst xmlns:a="http://schemas.openxmlformats.org/drawingml/2006/main">
              <a:ext uri="{FF2B5EF4-FFF2-40B4-BE49-F238E27FC236}">
                <a16:creationId xmlns:a16="http://schemas.microsoft.com/office/drawing/2014/main" id="{1FE0444F-CBDC-4E3F-9DEF-63CF8C69945C}"/>
              </a:ext>
            </a:extLst>
          </p:cNvPr>
          <p:cNvSpPr>
            <a:spLocks xmlns:a="http://schemas.openxmlformats.org/drawingml/2006/main" noGrp="1"/>
          </p:cNvSpPr>
          <p:nvPr/>
        </p:nvSpPr>
        <p:spPr>
          <a:xfrm xmlns:a="http://schemas.openxmlformats.org/drawingml/2006/main">
            <a:off x="2895600" y="5048250"/>
            <a:ext cx="21907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6" name="">
            <a:extLst xmlns:a="http://schemas.openxmlformats.org/drawingml/2006/main">
              <a:ext uri="{FF2B5EF4-FFF2-40B4-BE49-F238E27FC236}">
                <a16:creationId xmlns:a16="http://schemas.microsoft.com/office/drawing/2014/main" id="{33993460-C3F8-4943-8E06-A8702DB992FA}"/>
              </a:ext>
            </a:extLst>
          </p:cNvPr>
          <p:cNvSpPr>
            <a:spLocks xmlns:a="http://schemas.openxmlformats.org/drawingml/2006/main" noGrp="1"/>
          </p:cNvSpPr>
          <p:nvPr/>
        </p:nvSpPr>
        <p:spPr>
          <a:xfrm xmlns:a="http://schemas.openxmlformats.org/drawingml/2006/main">
            <a:off x="5019675" y="498157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27" name="">
            <a:extLst xmlns:a="http://schemas.openxmlformats.org/drawingml/2006/main">
              <a:ext uri="{FF2B5EF4-FFF2-40B4-BE49-F238E27FC236}">
                <a16:creationId xmlns:a16="http://schemas.microsoft.com/office/drawing/2014/main" id="{D5696CB5-AFDD-4C1A-82A5-ABDE052D99E0}"/>
              </a:ext>
            </a:extLst>
          </p:cNvPr>
          <p:cNvSpPr>
            <a:spLocks xmlns:a="http://schemas.openxmlformats.org/drawingml/2006/main" noGrp="1"/>
          </p:cNvSpPr>
          <p:nvPr/>
        </p:nvSpPr>
        <p:spPr>
          <a:xfrm xmlns:a="http://schemas.openxmlformats.org/drawingml/2006/main">
            <a:off x="7734300" y="5048250"/>
            <a:ext cx="19050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8" name="">
            <a:extLst xmlns:a="http://schemas.openxmlformats.org/drawingml/2006/main">
              <a:ext uri="{FF2B5EF4-FFF2-40B4-BE49-F238E27FC236}">
                <a16:creationId xmlns:a16="http://schemas.microsoft.com/office/drawing/2014/main" id="{C4518F56-0C31-4290-B39F-339C000E14DB}"/>
              </a:ext>
            </a:extLst>
          </p:cNvPr>
          <p:cNvSpPr>
            <a:spLocks xmlns:a="http://schemas.openxmlformats.org/drawingml/2006/main" noGrp="1"/>
          </p:cNvSpPr>
          <p:nvPr/>
        </p:nvSpPr>
        <p:spPr>
          <a:xfrm xmlns:a="http://schemas.openxmlformats.org/drawingml/2006/main">
            <a:off x="9639300" y="4010025"/>
            <a:ext cx="0" cy="1038225"/>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9" name="">
            <a:extLst xmlns:a="http://schemas.openxmlformats.org/drawingml/2006/main">
              <a:ext uri="{FF2B5EF4-FFF2-40B4-BE49-F238E27FC236}">
                <a16:creationId xmlns:a16="http://schemas.microsoft.com/office/drawing/2014/main" id="{C8C7E2E3-FE03-48AD-8F96-42C56B54A964}"/>
              </a:ext>
            </a:extLst>
          </p:cNvPr>
          <p:cNvSpPr>
            <a:spLocks xmlns:a="http://schemas.openxmlformats.org/drawingml/2006/main" noGrp="1"/>
          </p:cNvSpPr>
          <p:nvPr/>
        </p:nvSpPr>
        <p:spPr>
          <a:xfrm xmlns:a="http://schemas.openxmlformats.org/drawingml/2006/main">
            <a:off x="9572625" y="3943350"/>
            <a:ext cx="133350" cy="133350"/>
          </a:xfrm>
          <a:prstGeom xmlns:a="http://schemas.openxmlformats.org/drawingml/2006/main" prst="upArrow">
            <a:avLst/>
          </a:prstGeom>
          <a:solidFill xmlns:a="http://schemas.openxmlformats.org/drawingml/2006/main">
            <a:srgbClr val="087E82"/>
          </a:solidFill>
          <a:ln xmlns:a="http://schemas.openxmlformats.org/drawingml/2006/main" w="9525">
            <a:noFill/>
            <a:prstDash val="solid"/>
          </a:ln>
        </p:spPr>
      </p:sp>
      <p:sp>
        <p:nvSpPr>
          <p:cNvPr id="30" name="">
            <a:extLst xmlns:a="http://schemas.openxmlformats.org/drawingml/2006/main">
              <a:ext uri="{FF2B5EF4-FFF2-40B4-BE49-F238E27FC236}">
                <a16:creationId xmlns:a16="http://schemas.microsoft.com/office/drawing/2014/main" id="{8CEB6E78-F751-4F64-B6C1-6A9910908973}"/>
              </a:ext>
            </a:extLst>
          </p:cNvPr>
          <p:cNvSpPr>
            <a:spLocks xmlns:a="http://schemas.openxmlformats.org/drawingml/2006/main" noGrp="1"/>
          </p:cNvSpPr>
          <p:nvPr/>
        </p:nvSpPr>
        <p:spPr>
          <a:xfrm xmlns:a="http://schemas.openxmlformats.org/drawingml/2006/main">
            <a:off x="8058150" y="5210175"/>
            <a:ext cx="16192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00" b="0">
                <a:solidFill>
                  <a:srgbClr val="087E82"/>
                </a:solidFill>
                <a:latin typeface="Malgun Gothic"/>
                <a:ea typeface="Malgun Gothic"/>
                <a:cs typeface="Malgun Gothic"/>
              </a:defRPr>
            </a:defPPr>
            <a:lvl1pPr algn="l">
              <a:defRPr sz="1800" b="0">
                <a:solidFill>
                  <a:srgbClr val="087E82"/>
                </a:solidFill>
                <a:latin typeface="Malgun Gothic"/>
                <a:ea typeface="Malgun Gothic"/>
                <a:cs typeface="Malgun Gothic"/>
              </a:defRPr>
            </a:lvl1pPr>
            <a:lvl2pPr algn="l">
              <a:defRPr sz="1800" b="0">
                <a:solidFill>
                  <a:srgbClr val="087E82"/>
                </a:solidFill>
                <a:latin typeface="Malgun Gothic"/>
                <a:ea typeface="Malgun Gothic"/>
                <a:cs typeface="Malgun Gothic"/>
              </a:defRPr>
            </a:lvl2pPr>
            <a:lvl3pPr algn="l">
              <a:defRPr sz="1800" b="0">
                <a:solidFill>
                  <a:srgbClr val="087E82"/>
                </a:solidFill>
                <a:latin typeface="Malgun Gothic"/>
                <a:ea typeface="Malgun Gothic"/>
                <a:cs typeface="Malgun Gothic"/>
              </a:defRPr>
            </a:lvl3pPr>
            <a:lvl4pPr algn="l">
              <a:defRPr sz="1800" b="0">
                <a:solidFill>
                  <a:srgbClr val="087E82"/>
                </a:solidFill>
                <a:latin typeface="Malgun Gothic"/>
                <a:ea typeface="Malgun Gothic"/>
                <a:cs typeface="Malgun Gothic"/>
              </a:defRPr>
            </a:lvl4pPr>
            <a:lvl5pPr algn="l">
              <a:defRPr sz="1800" b="0">
                <a:solidFill>
                  <a:srgbClr val="087E82"/>
                </a:solidFill>
                <a:latin typeface="Malgun Gothic"/>
                <a:ea typeface="Malgun Gothic"/>
                <a:cs typeface="Malgun Gothic"/>
              </a:defRPr>
            </a:lvl5pPr>
            <a:lvl6pPr algn="l">
              <a:defRPr sz="1800" b="0">
                <a:solidFill>
                  <a:srgbClr val="087E82"/>
                </a:solidFill>
                <a:latin typeface="Malgun Gothic"/>
                <a:ea typeface="Malgun Gothic"/>
                <a:cs typeface="Malgun Gothic"/>
              </a:defRPr>
            </a:lvl6pPr>
            <a:lvl7pPr algn="l">
              <a:defRPr sz="1800" b="0">
                <a:solidFill>
                  <a:srgbClr val="087E82"/>
                </a:solidFill>
                <a:latin typeface="Malgun Gothic"/>
                <a:ea typeface="Malgun Gothic"/>
                <a:cs typeface="Malgun Gothic"/>
              </a:defRPr>
            </a:lvl7pPr>
            <a:lvl8pPr algn="l">
              <a:defRPr sz="1800" b="0">
                <a:solidFill>
                  <a:srgbClr val="087E82"/>
                </a:solidFill>
                <a:latin typeface="Malgun Gothic"/>
                <a:ea typeface="Malgun Gothic"/>
                <a:cs typeface="Malgun Gothic"/>
              </a:defRPr>
            </a:lvl8pPr>
            <a:lvl9pPr algn="l">
              <a:defRPr sz="1800" b="0">
                <a:solidFill>
                  <a:srgbClr val="087E82"/>
                </a:solidFill>
                <a:latin typeface="Malgun Gothic"/>
                <a:ea typeface="Malgun Gothic"/>
                <a:cs typeface="Malgun Gothic"/>
              </a:defRPr>
            </a:lvl9pPr>
          </a:lstStyle>
          <a:p xmlns:a="http://schemas.openxmlformats.org/drawingml/2006/main">
            <a:pPr algn="l">
              <a:defRPr sz="1800" b="0">
                <a:solidFill>
                  <a:srgbClr val="087E82"/>
                </a:solidFill>
                <a:latin typeface="Malgun Gothic"/>
                <a:ea typeface="Malgun Gothic"/>
                <a:cs typeface="Malgun Gothic"/>
              </a:defRPr>
            </a:pPr>
            <a:r>
              <a:rPr sz="1800" b="0">
                <a:solidFill>
                  <a:srgbClr val="087E82"/>
                </a:solidFill>
                <a:latin typeface="Malgun Gothic"/>
                <a:ea typeface="Malgun Gothic"/>
                <a:cs typeface="Malgun Gothic"/>
              </a:rPr>
              <a:t>1 kHz</a:t>
            </a:r>
          </a:p>
        </p:txBody>
      </p:sp>
      <p:sp>
        <p:nvSpPr>
          <p:cNvPr id="31" name="">
            <a:extLst xmlns:a="http://schemas.openxmlformats.org/drawingml/2006/main">
              <a:ext uri="{FF2B5EF4-FFF2-40B4-BE49-F238E27FC236}">
                <a16:creationId xmlns:a16="http://schemas.microsoft.com/office/drawing/2014/main" id="{3378DB70-1E43-408C-A473-ECA53AB17182}"/>
              </a:ext>
            </a:extLst>
          </p:cNvPr>
          <p:cNvSpPr>
            <a:spLocks xmlns:a="http://schemas.openxmlformats.org/drawingml/2006/main" noGrp="1"/>
          </p:cNvSpPr>
          <p:nvPr/>
        </p:nvSpPr>
        <p:spPr>
          <a:xfrm xmlns:a="http://schemas.openxmlformats.org/drawingml/2006/main">
            <a:off x="8305800" y="1809750"/>
            <a:ext cx="285750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00" b="1">
                <a:solidFill>
                  <a:srgbClr val="087E82"/>
                </a:solidFill>
                <a:latin typeface="Malgun Gothic"/>
                <a:ea typeface="Malgun Gothic"/>
                <a:cs typeface="Malgun Gothic"/>
              </a:defRPr>
            </a:defPPr>
            <a:lvl1pPr algn="l">
              <a:defRPr sz="1800" b="1">
                <a:solidFill>
                  <a:srgbClr val="087E82"/>
                </a:solidFill>
                <a:latin typeface="Malgun Gothic"/>
                <a:ea typeface="Malgun Gothic"/>
                <a:cs typeface="Malgun Gothic"/>
              </a:defRPr>
            </a:lvl1pPr>
            <a:lvl2pPr algn="l">
              <a:defRPr sz="1800" b="1">
                <a:solidFill>
                  <a:srgbClr val="087E82"/>
                </a:solidFill>
                <a:latin typeface="Malgun Gothic"/>
                <a:ea typeface="Malgun Gothic"/>
                <a:cs typeface="Malgun Gothic"/>
              </a:defRPr>
            </a:lvl2pPr>
            <a:lvl3pPr algn="l">
              <a:defRPr sz="1800" b="1">
                <a:solidFill>
                  <a:srgbClr val="087E82"/>
                </a:solidFill>
                <a:latin typeface="Malgun Gothic"/>
                <a:ea typeface="Malgun Gothic"/>
                <a:cs typeface="Malgun Gothic"/>
              </a:defRPr>
            </a:lvl3pPr>
            <a:lvl4pPr algn="l">
              <a:defRPr sz="1800" b="1">
                <a:solidFill>
                  <a:srgbClr val="087E82"/>
                </a:solidFill>
                <a:latin typeface="Malgun Gothic"/>
                <a:ea typeface="Malgun Gothic"/>
                <a:cs typeface="Malgun Gothic"/>
              </a:defRPr>
            </a:lvl4pPr>
            <a:lvl5pPr algn="l">
              <a:defRPr sz="1800" b="1">
                <a:solidFill>
                  <a:srgbClr val="087E82"/>
                </a:solidFill>
                <a:latin typeface="Malgun Gothic"/>
                <a:ea typeface="Malgun Gothic"/>
                <a:cs typeface="Malgun Gothic"/>
              </a:defRPr>
            </a:lvl5pPr>
            <a:lvl6pPr algn="l">
              <a:defRPr sz="1800" b="1">
                <a:solidFill>
                  <a:srgbClr val="087E82"/>
                </a:solidFill>
                <a:latin typeface="Malgun Gothic"/>
                <a:ea typeface="Malgun Gothic"/>
                <a:cs typeface="Malgun Gothic"/>
              </a:defRPr>
            </a:lvl6pPr>
            <a:lvl7pPr algn="l">
              <a:defRPr sz="1800" b="1">
                <a:solidFill>
                  <a:srgbClr val="087E82"/>
                </a:solidFill>
                <a:latin typeface="Malgun Gothic"/>
                <a:ea typeface="Malgun Gothic"/>
                <a:cs typeface="Malgun Gothic"/>
              </a:defRPr>
            </a:lvl7pPr>
            <a:lvl8pPr algn="l">
              <a:defRPr sz="1800" b="1">
                <a:solidFill>
                  <a:srgbClr val="087E82"/>
                </a:solidFill>
                <a:latin typeface="Malgun Gothic"/>
                <a:ea typeface="Malgun Gothic"/>
                <a:cs typeface="Malgun Gothic"/>
              </a:defRPr>
            </a:lvl8pPr>
            <a:lvl9pPr algn="l">
              <a:defRPr sz="1800" b="1">
                <a:solidFill>
                  <a:srgbClr val="087E82"/>
                </a:solidFill>
                <a:latin typeface="Malgun Gothic"/>
                <a:ea typeface="Malgun Gothic"/>
                <a:cs typeface="Malgun Gothic"/>
              </a:defRPr>
            </a:lvl9pPr>
          </a:lstStyle>
          <a:p xmlns:a="http://schemas.openxmlformats.org/drawingml/2006/main">
            <a:pPr algn="l">
              <a:defRPr sz="1800" b="1">
                <a:solidFill>
                  <a:srgbClr val="087E82"/>
                </a:solidFill>
                <a:latin typeface="Malgun Gothic"/>
                <a:ea typeface="Malgun Gothic"/>
                <a:cs typeface="Malgun Gothic"/>
              </a:defRPr>
            </a:pPr>
            <a:r>
              <a:rPr sz="1800" b="1">
                <a:solidFill>
                  <a:srgbClr val="087E82"/>
                </a:solidFill>
                <a:latin typeface="Malgun Gothic"/>
                <a:ea typeface="Malgun Gothic"/>
                <a:cs typeface="Malgun Gothic"/>
              </a:rPr>
              <a:t>an[3:0], seg[7:0]</a:t>
            </a:r>
          </a:p>
        </p:txBody>
      </p:sp>
      <p:sp>
        <p:nvSpPr>
          <p:cNvPr id="32" name="">
            <a:extLst xmlns:a="http://schemas.openxmlformats.org/drawingml/2006/main">
              <a:ext uri="{FF2B5EF4-FFF2-40B4-BE49-F238E27FC236}">
                <a16:creationId xmlns:a16="http://schemas.microsoft.com/office/drawing/2014/main" id="{5F0612BB-87E1-4856-A12A-35D3CA814605}"/>
              </a:ext>
            </a:extLst>
          </p:cNvPr>
          <p:cNvSpPr>
            <a:spLocks xmlns:a="http://schemas.openxmlformats.org/drawingml/2006/main" noGrp="1"/>
          </p:cNvSpPr>
          <p:nvPr/>
        </p:nvSpPr>
        <p:spPr>
          <a:xfrm xmlns:a="http://schemas.openxmlformats.org/drawingml/2006/main">
            <a:off x="9639300" y="2286000"/>
            <a:ext cx="0" cy="32385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33" name="">
            <a:extLst xmlns:a="http://schemas.openxmlformats.org/drawingml/2006/main">
              <a:ext uri="{FF2B5EF4-FFF2-40B4-BE49-F238E27FC236}">
                <a16:creationId xmlns:a16="http://schemas.microsoft.com/office/drawing/2014/main" id="{2FA8F4D3-D600-4B29-9947-A9FB550D753B}"/>
              </a:ext>
            </a:extLst>
          </p:cNvPr>
          <p:cNvSpPr>
            <a:spLocks xmlns:a="http://schemas.openxmlformats.org/drawingml/2006/main" noGrp="1"/>
          </p:cNvSpPr>
          <p:nvPr/>
        </p:nvSpPr>
        <p:spPr>
          <a:xfrm xmlns:a="http://schemas.openxmlformats.org/drawingml/2006/main">
            <a:off x="9572625" y="2219325"/>
            <a:ext cx="133350" cy="133350"/>
          </a:xfrm>
          <a:prstGeom xmlns:a="http://schemas.openxmlformats.org/drawingml/2006/main" prst="upArrow">
            <a:avLst/>
          </a:prstGeom>
          <a:solidFill xmlns:a="http://schemas.openxmlformats.org/drawingml/2006/main">
            <a:srgbClr val="087E82"/>
          </a:solidFill>
          <a:ln xmlns:a="http://schemas.openxmlformats.org/drawingml/2006/main" w="9525">
            <a:noFill/>
            <a:prstDash val="solid"/>
          </a:ln>
        </p:spPr>
      </p:sp>
      <p:sp>
        <p:nvSpPr>
          <p:cNvPr id="34" name="">
            <a:extLst xmlns:a="http://schemas.openxmlformats.org/drawingml/2006/main">
              <a:ext uri="{FF2B5EF4-FFF2-40B4-BE49-F238E27FC236}">
                <a16:creationId xmlns:a16="http://schemas.microsoft.com/office/drawing/2014/main" id="{547D3BD2-6529-48B7-995B-B613E14C5FB8}"/>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100 MHz clk와 reset은 하위 모듈에 공통 연결된다.</a:t>
            </a:r>
          </a:p>
        </p:txBody>
      </p:sp>
    </p:spTree>
    <p:extLst>
      <p:ext uri="{BB962C8B-B14F-4D97-AF65-F5344CB8AC3E}">
        <p14:creationId xmlns:p14="http://schemas.microsoft.com/office/powerpoint/2010/main" val="359012407"/>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5E0D2D7-33C8-4F89-BB8B-E2391DEC48F3}"/>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상태도: mode와 running을 따로 저장</a:t>
            </a:r>
          </a:p>
        </p:txBody>
      </p:sp>
      <p:sp>
        <p:nvSpPr>
          <p:cNvPr id="2" name="">
            <a:extLst xmlns:a="http://schemas.openxmlformats.org/drawingml/2006/main">
              <a:ext uri="{FF2B5EF4-FFF2-40B4-BE49-F238E27FC236}">
                <a16:creationId xmlns:a16="http://schemas.microsoft.com/office/drawing/2014/main" id="{B53330B5-2A93-4FE7-84B6-97F2AE37612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90391C8F-431B-4D49-8923-E44B6D50FA26}"/>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838AC36B-566F-4C67-9F04-65FB162C6833}"/>
              </a:ext>
            </a:extLst>
          </p:cNvPr>
          <p:cNvSpPr>
            <a:spLocks xmlns:a="http://schemas.openxmlformats.org/drawingml/2006/main" noGrp="1"/>
          </p:cNvSpPr>
          <p:nvPr/>
        </p:nvSpPr>
        <p:spPr>
          <a:xfrm xmlns:a="http://schemas.openxmlformats.org/drawingml/2006/main">
            <a:off x="1143000" y="2000250"/>
            <a:ext cx="3048000" cy="952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5" name="">
            <a:extLst xmlns:a="http://schemas.openxmlformats.org/drawingml/2006/main">
              <a:ext uri="{FF2B5EF4-FFF2-40B4-BE49-F238E27FC236}">
                <a16:creationId xmlns:a16="http://schemas.microsoft.com/office/drawing/2014/main" id="{1F1DEBE8-8D0C-41BA-A356-10036E8F946D}"/>
              </a:ext>
            </a:extLst>
          </p:cNvPr>
          <p:cNvSpPr>
            <a:spLocks xmlns:a="http://schemas.openxmlformats.org/drawingml/2006/main" noGrp="1"/>
          </p:cNvSpPr>
          <p:nvPr/>
        </p:nvSpPr>
        <p:spPr>
          <a:xfrm xmlns:a="http://schemas.openxmlformats.org/drawingml/2006/main">
            <a:off x="1257300" y="2076450"/>
            <a:ext cx="2819400" cy="800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CLOCK_R1</a:t>
            </a:r>
          </a:p>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mode=0, run=1</a:t>
            </a:r>
          </a:p>
        </p:txBody>
      </p:sp>
      <p:sp>
        <p:nvSpPr>
          <p:cNvPr id="6" name="">
            <a:extLst xmlns:a="http://schemas.openxmlformats.org/drawingml/2006/main">
              <a:ext uri="{FF2B5EF4-FFF2-40B4-BE49-F238E27FC236}">
                <a16:creationId xmlns:a16="http://schemas.microsoft.com/office/drawing/2014/main" id="{3ED333A6-0155-4A80-AB88-38631BAA8BEE}"/>
              </a:ext>
            </a:extLst>
          </p:cNvPr>
          <p:cNvSpPr>
            <a:spLocks xmlns:a="http://schemas.openxmlformats.org/drawingml/2006/main" noGrp="1"/>
          </p:cNvSpPr>
          <p:nvPr/>
        </p:nvSpPr>
        <p:spPr>
          <a:xfrm xmlns:a="http://schemas.openxmlformats.org/drawingml/2006/main">
            <a:off x="7239000" y="2000250"/>
            <a:ext cx="3048000" cy="952500"/>
          </a:xfrm>
          <a:prstGeom xmlns:a="http://schemas.openxmlformats.org/drawingml/2006/main" prst="rect">
            <a:avLst/>
          </a:prstGeom>
          <a:solidFill xmlns:a="http://schemas.openxmlformats.org/drawingml/2006/main">
            <a:srgbClr val="F6F5F0"/>
          </a:solidFill>
          <a:ln xmlns:a="http://schemas.openxmlformats.org/drawingml/2006/main" w="19050">
            <a:solidFill>
              <a:srgbClr val="087E82"/>
            </a:solidFill>
            <a:prstDash val="solid"/>
          </a:ln>
        </p:spPr>
      </p:sp>
      <p:sp>
        <p:nvSpPr>
          <p:cNvPr id="7" name="">
            <a:extLst xmlns:a="http://schemas.openxmlformats.org/drawingml/2006/main">
              <a:ext uri="{FF2B5EF4-FFF2-40B4-BE49-F238E27FC236}">
                <a16:creationId xmlns:a16="http://schemas.microsoft.com/office/drawing/2014/main" id="{381DE02E-9B57-44B2-8770-02854165C74D}"/>
              </a:ext>
            </a:extLst>
          </p:cNvPr>
          <p:cNvSpPr>
            <a:spLocks xmlns:a="http://schemas.openxmlformats.org/drawingml/2006/main" noGrp="1"/>
          </p:cNvSpPr>
          <p:nvPr/>
        </p:nvSpPr>
        <p:spPr>
          <a:xfrm xmlns:a="http://schemas.openxmlformats.org/drawingml/2006/main">
            <a:off x="7353300" y="2076450"/>
            <a:ext cx="2819400" cy="800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087E82"/>
                </a:solidFill>
                <a:latin typeface="Malgun Gothic"/>
                <a:ea typeface="Malgun Gothic"/>
                <a:cs typeface="Malgun Gothic"/>
              </a:defRPr>
            </a:defPPr>
            <a:lvl1pPr algn="ctr">
              <a:defRPr sz="1875" b="1">
                <a:solidFill>
                  <a:srgbClr val="087E82"/>
                </a:solidFill>
                <a:latin typeface="Malgun Gothic"/>
                <a:ea typeface="Malgun Gothic"/>
                <a:cs typeface="Malgun Gothic"/>
              </a:defRPr>
            </a:lvl1pPr>
            <a:lvl2pPr algn="ctr">
              <a:defRPr sz="1875" b="1">
                <a:solidFill>
                  <a:srgbClr val="087E82"/>
                </a:solidFill>
                <a:latin typeface="Malgun Gothic"/>
                <a:ea typeface="Malgun Gothic"/>
                <a:cs typeface="Malgun Gothic"/>
              </a:defRPr>
            </a:lvl2pPr>
            <a:lvl3pPr algn="ctr">
              <a:defRPr sz="1875" b="1">
                <a:solidFill>
                  <a:srgbClr val="087E82"/>
                </a:solidFill>
                <a:latin typeface="Malgun Gothic"/>
                <a:ea typeface="Malgun Gothic"/>
                <a:cs typeface="Malgun Gothic"/>
              </a:defRPr>
            </a:lvl3pPr>
            <a:lvl4pPr algn="ctr">
              <a:defRPr sz="1875" b="1">
                <a:solidFill>
                  <a:srgbClr val="087E82"/>
                </a:solidFill>
                <a:latin typeface="Malgun Gothic"/>
                <a:ea typeface="Malgun Gothic"/>
                <a:cs typeface="Malgun Gothic"/>
              </a:defRPr>
            </a:lvl4pPr>
            <a:lvl5pPr algn="ctr">
              <a:defRPr sz="1875" b="1">
                <a:solidFill>
                  <a:srgbClr val="087E82"/>
                </a:solidFill>
                <a:latin typeface="Malgun Gothic"/>
                <a:ea typeface="Malgun Gothic"/>
                <a:cs typeface="Malgun Gothic"/>
              </a:defRPr>
            </a:lvl5pPr>
            <a:lvl6pPr algn="ctr">
              <a:defRPr sz="1875" b="1">
                <a:solidFill>
                  <a:srgbClr val="087E82"/>
                </a:solidFill>
                <a:latin typeface="Malgun Gothic"/>
                <a:ea typeface="Malgun Gothic"/>
                <a:cs typeface="Malgun Gothic"/>
              </a:defRPr>
            </a:lvl6pPr>
            <a:lvl7pPr algn="ctr">
              <a:defRPr sz="1875" b="1">
                <a:solidFill>
                  <a:srgbClr val="087E82"/>
                </a:solidFill>
                <a:latin typeface="Malgun Gothic"/>
                <a:ea typeface="Malgun Gothic"/>
                <a:cs typeface="Malgun Gothic"/>
              </a:defRPr>
            </a:lvl7pPr>
            <a:lvl8pPr algn="ctr">
              <a:defRPr sz="1875" b="1">
                <a:solidFill>
                  <a:srgbClr val="087E82"/>
                </a:solidFill>
                <a:latin typeface="Malgun Gothic"/>
                <a:ea typeface="Malgun Gothic"/>
                <a:cs typeface="Malgun Gothic"/>
              </a:defRPr>
            </a:lvl8pPr>
            <a:lvl9pPr algn="ctr">
              <a:defRPr sz="1875" b="1">
                <a:solidFill>
                  <a:srgbClr val="087E82"/>
                </a:solidFill>
                <a:latin typeface="Malgun Gothic"/>
                <a:ea typeface="Malgun Gothic"/>
                <a:cs typeface="Malgun Gothic"/>
              </a:defRPr>
            </a:lvl9pPr>
          </a:lstStyle>
          <a:p xmlns:a="http://schemas.openxmlformats.org/drawingml/2006/main">
            <a:pPr algn="ctr">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SW_RUN</a:t>
            </a:r>
          </a:p>
          <a:p xmlns:a="http://schemas.openxmlformats.org/drawingml/2006/main">
            <a:pPr algn="ctr">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mode=1, run=1</a:t>
            </a:r>
          </a:p>
        </p:txBody>
      </p:sp>
      <p:sp>
        <p:nvSpPr>
          <p:cNvPr id="8" name="">
            <a:extLst xmlns:a="http://schemas.openxmlformats.org/drawingml/2006/main">
              <a:ext uri="{FF2B5EF4-FFF2-40B4-BE49-F238E27FC236}">
                <a16:creationId xmlns:a16="http://schemas.microsoft.com/office/drawing/2014/main" id="{602E492B-FBDC-499C-9939-2EE5EF36E130}"/>
              </a:ext>
            </a:extLst>
          </p:cNvPr>
          <p:cNvSpPr>
            <a:spLocks xmlns:a="http://schemas.openxmlformats.org/drawingml/2006/main" noGrp="1"/>
          </p:cNvSpPr>
          <p:nvPr/>
        </p:nvSpPr>
        <p:spPr>
          <a:xfrm xmlns:a="http://schemas.openxmlformats.org/drawingml/2006/main">
            <a:off x="1143000" y="4191000"/>
            <a:ext cx="3048000" cy="952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9" name="">
            <a:extLst xmlns:a="http://schemas.openxmlformats.org/drawingml/2006/main">
              <a:ext uri="{FF2B5EF4-FFF2-40B4-BE49-F238E27FC236}">
                <a16:creationId xmlns:a16="http://schemas.microsoft.com/office/drawing/2014/main" id="{A055B231-A3F4-47A0-BC7A-7B98D493D511}"/>
              </a:ext>
            </a:extLst>
          </p:cNvPr>
          <p:cNvSpPr>
            <a:spLocks xmlns:a="http://schemas.openxmlformats.org/drawingml/2006/main" noGrp="1"/>
          </p:cNvSpPr>
          <p:nvPr/>
        </p:nvSpPr>
        <p:spPr>
          <a:xfrm xmlns:a="http://schemas.openxmlformats.org/drawingml/2006/main">
            <a:off x="1257300" y="4267200"/>
            <a:ext cx="2819400" cy="800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CLOCK_R0</a:t>
            </a:r>
          </a:p>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mode=0, run=0</a:t>
            </a:r>
          </a:p>
        </p:txBody>
      </p:sp>
      <p:sp>
        <p:nvSpPr>
          <p:cNvPr id="10" name="">
            <a:extLst xmlns:a="http://schemas.openxmlformats.org/drawingml/2006/main">
              <a:ext uri="{FF2B5EF4-FFF2-40B4-BE49-F238E27FC236}">
                <a16:creationId xmlns:a16="http://schemas.microsoft.com/office/drawing/2014/main" id="{6B367DA9-A643-4813-B8CF-74D2B742499B}"/>
              </a:ext>
            </a:extLst>
          </p:cNvPr>
          <p:cNvSpPr>
            <a:spLocks xmlns:a="http://schemas.openxmlformats.org/drawingml/2006/main" noGrp="1"/>
          </p:cNvSpPr>
          <p:nvPr/>
        </p:nvSpPr>
        <p:spPr>
          <a:xfrm xmlns:a="http://schemas.openxmlformats.org/drawingml/2006/main">
            <a:off x="7239000" y="4191000"/>
            <a:ext cx="3048000" cy="952500"/>
          </a:xfrm>
          <a:prstGeom xmlns:a="http://schemas.openxmlformats.org/drawingml/2006/main" prst="rect">
            <a:avLst/>
          </a:prstGeom>
          <a:solidFill xmlns:a="http://schemas.openxmlformats.org/drawingml/2006/main">
            <a:srgbClr val="F6F5F0"/>
          </a:solidFill>
          <a:ln xmlns:a="http://schemas.openxmlformats.org/drawingml/2006/main" w="19050">
            <a:solidFill>
              <a:srgbClr val="087E82"/>
            </a:solidFill>
            <a:prstDash val="solid"/>
          </a:ln>
        </p:spPr>
      </p:sp>
      <p:sp>
        <p:nvSpPr>
          <p:cNvPr id="11" name="">
            <a:extLst xmlns:a="http://schemas.openxmlformats.org/drawingml/2006/main">
              <a:ext uri="{FF2B5EF4-FFF2-40B4-BE49-F238E27FC236}">
                <a16:creationId xmlns:a16="http://schemas.microsoft.com/office/drawing/2014/main" id="{4BC29960-EE13-4927-B8CF-C73881279C17}"/>
              </a:ext>
            </a:extLst>
          </p:cNvPr>
          <p:cNvSpPr>
            <a:spLocks xmlns:a="http://schemas.openxmlformats.org/drawingml/2006/main" noGrp="1"/>
          </p:cNvSpPr>
          <p:nvPr/>
        </p:nvSpPr>
        <p:spPr>
          <a:xfrm xmlns:a="http://schemas.openxmlformats.org/drawingml/2006/main">
            <a:off x="7353300" y="4267200"/>
            <a:ext cx="2819400" cy="800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087E82"/>
                </a:solidFill>
                <a:latin typeface="Malgun Gothic"/>
                <a:ea typeface="Malgun Gothic"/>
                <a:cs typeface="Malgun Gothic"/>
              </a:defRPr>
            </a:defPPr>
            <a:lvl1pPr algn="ctr">
              <a:defRPr sz="1875" b="1">
                <a:solidFill>
                  <a:srgbClr val="087E82"/>
                </a:solidFill>
                <a:latin typeface="Malgun Gothic"/>
                <a:ea typeface="Malgun Gothic"/>
                <a:cs typeface="Malgun Gothic"/>
              </a:defRPr>
            </a:lvl1pPr>
            <a:lvl2pPr algn="ctr">
              <a:defRPr sz="1875" b="1">
                <a:solidFill>
                  <a:srgbClr val="087E82"/>
                </a:solidFill>
                <a:latin typeface="Malgun Gothic"/>
                <a:ea typeface="Malgun Gothic"/>
                <a:cs typeface="Malgun Gothic"/>
              </a:defRPr>
            </a:lvl2pPr>
            <a:lvl3pPr algn="ctr">
              <a:defRPr sz="1875" b="1">
                <a:solidFill>
                  <a:srgbClr val="087E82"/>
                </a:solidFill>
                <a:latin typeface="Malgun Gothic"/>
                <a:ea typeface="Malgun Gothic"/>
                <a:cs typeface="Malgun Gothic"/>
              </a:defRPr>
            </a:lvl3pPr>
            <a:lvl4pPr algn="ctr">
              <a:defRPr sz="1875" b="1">
                <a:solidFill>
                  <a:srgbClr val="087E82"/>
                </a:solidFill>
                <a:latin typeface="Malgun Gothic"/>
                <a:ea typeface="Malgun Gothic"/>
                <a:cs typeface="Malgun Gothic"/>
              </a:defRPr>
            </a:lvl4pPr>
            <a:lvl5pPr algn="ctr">
              <a:defRPr sz="1875" b="1">
                <a:solidFill>
                  <a:srgbClr val="087E82"/>
                </a:solidFill>
                <a:latin typeface="Malgun Gothic"/>
                <a:ea typeface="Malgun Gothic"/>
                <a:cs typeface="Malgun Gothic"/>
              </a:defRPr>
            </a:lvl5pPr>
            <a:lvl6pPr algn="ctr">
              <a:defRPr sz="1875" b="1">
                <a:solidFill>
                  <a:srgbClr val="087E82"/>
                </a:solidFill>
                <a:latin typeface="Malgun Gothic"/>
                <a:ea typeface="Malgun Gothic"/>
                <a:cs typeface="Malgun Gothic"/>
              </a:defRPr>
            </a:lvl6pPr>
            <a:lvl7pPr algn="ctr">
              <a:defRPr sz="1875" b="1">
                <a:solidFill>
                  <a:srgbClr val="087E82"/>
                </a:solidFill>
                <a:latin typeface="Malgun Gothic"/>
                <a:ea typeface="Malgun Gothic"/>
                <a:cs typeface="Malgun Gothic"/>
              </a:defRPr>
            </a:lvl7pPr>
            <a:lvl8pPr algn="ctr">
              <a:defRPr sz="1875" b="1">
                <a:solidFill>
                  <a:srgbClr val="087E82"/>
                </a:solidFill>
                <a:latin typeface="Malgun Gothic"/>
                <a:ea typeface="Malgun Gothic"/>
                <a:cs typeface="Malgun Gothic"/>
              </a:defRPr>
            </a:lvl8pPr>
            <a:lvl9pPr algn="ctr">
              <a:defRPr sz="1875" b="1">
                <a:solidFill>
                  <a:srgbClr val="087E82"/>
                </a:solidFill>
                <a:latin typeface="Malgun Gothic"/>
                <a:ea typeface="Malgun Gothic"/>
                <a:cs typeface="Malgun Gothic"/>
              </a:defRPr>
            </a:lvl9pPr>
          </a:lstStyle>
          <a:p xmlns:a="http://schemas.openxmlformats.org/drawingml/2006/main">
            <a:pPr algn="ctr">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SW_PAUSE</a:t>
            </a:r>
          </a:p>
          <a:p xmlns:a="http://schemas.openxmlformats.org/drawingml/2006/main">
            <a:pPr algn="ctr">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mode=1, run=0</a:t>
            </a:r>
          </a:p>
        </p:txBody>
      </p:sp>
      <p:sp>
        <p:nvSpPr>
          <p:cNvPr id="12" name="">
            <a:extLst xmlns:a="http://schemas.openxmlformats.org/drawingml/2006/main">
              <a:ext uri="{FF2B5EF4-FFF2-40B4-BE49-F238E27FC236}">
                <a16:creationId xmlns:a16="http://schemas.microsoft.com/office/drawing/2014/main" id="{9ADE13BB-71E5-4F34-AFE4-E7CAEACCD818}"/>
              </a:ext>
            </a:extLst>
          </p:cNvPr>
          <p:cNvSpPr>
            <a:spLocks xmlns:a="http://schemas.openxmlformats.org/drawingml/2006/main" noGrp="1"/>
          </p:cNvSpPr>
          <p:nvPr/>
        </p:nvSpPr>
        <p:spPr>
          <a:xfrm xmlns:a="http://schemas.openxmlformats.org/drawingml/2006/main">
            <a:off x="4286250" y="2333625"/>
            <a:ext cx="28575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3" name="">
            <a:extLst xmlns:a="http://schemas.openxmlformats.org/drawingml/2006/main">
              <a:ext uri="{FF2B5EF4-FFF2-40B4-BE49-F238E27FC236}">
                <a16:creationId xmlns:a16="http://schemas.microsoft.com/office/drawing/2014/main" id="{AF2BDE0D-6FAF-426D-BD8C-5017542CB073}"/>
              </a:ext>
            </a:extLst>
          </p:cNvPr>
          <p:cNvSpPr>
            <a:spLocks xmlns:a="http://schemas.openxmlformats.org/drawingml/2006/main" noGrp="1"/>
          </p:cNvSpPr>
          <p:nvPr/>
        </p:nvSpPr>
        <p:spPr>
          <a:xfrm xmlns:a="http://schemas.openxmlformats.org/drawingml/2006/main">
            <a:off x="7077075" y="2266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23B884CF-EAD9-418F-84AE-231BDE8BD3F1}"/>
              </a:ext>
            </a:extLst>
          </p:cNvPr>
          <p:cNvSpPr>
            <a:spLocks xmlns:a="http://schemas.openxmlformats.org/drawingml/2006/main" noGrp="1"/>
          </p:cNvSpPr>
          <p:nvPr/>
        </p:nvSpPr>
        <p:spPr>
          <a:xfrm xmlns:a="http://schemas.openxmlformats.org/drawingml/2006/main">
            <a:off x="4286250" y="2657475"/>
            <a:ext cx="28575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5" name="">
            <a:extLst xmlns:a="http://schemas.openxmlformats.org/drawingml/2006/main">
              <a:ext uri="{FF2B5EF4-FFF2-40B4-BE49-F238E27FC236}">
                <a16:creationId xmlns:a16="http://schemas.microsoft.com/office/drawing/2014/main" id="{203E0697-F57A-469E-8C82-0FFE6BE4E733}"/>
              </a:ext>
            </a:extLst>
          </p:cNvPr>
          <p:cNvSpPr>
            <a:spLocks xmlns:a="http://schemas.openxmlformats.org/drawingml/2006/main" noGrp="1"/>
          </p:cNvSpPr>
          <p:nvPr/>
        </p:nvSpPr>
        <p:spPr>
          <a:xfrm xmlns:a="http://schemas.openxmlformats.org/drawingml/2006/main">
            <a:off x="4219575" y="2590800"/>
            <a:ext cx="133350" cy="133350"/>
          </a:xfrm>
          <a:prstGeom xmlns:a="http://schemas.openxmlformats.org/drawingml/2006/main" prst="leftArrow">
            <a:avLst/>
          </a:prstGeom>
          <a:solidFill xmlns:a="http://schemas.openxmlformats.org/drawingml/2006/main">
            <a:srgbClr val="087E82"/>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C961034E-16EB-4907-AC24-572EDF1A598E}"/>
              </a:ext>
            </a:extLst>
          </p:cNvPr>
          <p:cNvSpPr>
            <a:spLocks xmlns:a="http://schemas.openxmlformats.org/drawingml/2006/main" noGrp="1"/>
          </p:cNvSpPr>
          <p:nvPr/>
        </p:nvSpPr>
        <p:spPr>
          <a:xfrm xmlns:a="http://schemas.openxmlformats.org/drawingml/2006/main">
            <a:off x="5010150" y="1838325"/>
            <a:ext cx="13811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00" b="1">
                <a:solidFill>
                  <a:srgbClr val="087E82"/>
                </a:solidFill>
                <a:latin typeface="Malgun Gothic"/>
                <a:ea typeface="Malgun Gothic"/>
                <a:cs typeface="Malgun Gothic"/>
              </a:defRPr>
            </a:defPPr>
            <a:lvl1pPr algn="ctr">
              <a:defRPr sz="1800" b="1">
                <a:solidFill>
                  <a:srgbClr val="087E82"/>
                </a:solidFill>
                <a:latin typeface="Malgun Gothic"/>
                <a:ea typeface="Malgun Gothic"/>
                <a:cs typeface="Malgun Gothic"/>
              </a:defRPr>
            </a:lvl1pPr>
            <a:lvl2pPr algn="ctr">
              <a:defRPr sz="1800" b="1">
                <a:solidFill>
                  <a:srgbClr val="087E82"/>
                </a:solidFill>
                <a:latin typeface="Malgun Gothic"/>
                <a:ea typeface="Malgun Gothic"/>
                <a:cs typeface="Malgun Gothic"/>
              </a:defRPr>
            </a:lvl2pPr>
            <a:lvl3pPr algn="ctr">
              <a:defRPr sz="1800" b="1">
                <a:solidFill>
                  <a:srgbClr val="087E82"/>
                </a:solidFill>
                <a:latin typeface="Malgun Gothic"/>
                <a:ea typeface="Malgun Gothic"/>
                <a:cs typeface="Malgun Gothic"/>
              </a:defRPr>
            </a:lvl3pPr>
            <a:lvl4pPr algn="ctr">
              <a:defRPr sz="1800" b="1">
                <a:solidFill>
                  <a:srgbClr val="087E82"/>
                </a:solidFill>
                <a:latin typeface="Malgun Gothic"/>
                <a:ea typeface="Malgun Gothic"/>
                <a:cs typeface="Malgun Gothic"/>
              </a:defRPr>
            </a:lvl4pPr>
            <a:lvl5pPr algn="ctr">
              <a:defRPr sz="1800" b="1">
                <a:solidFill>
                  <a:srgbClr val="087E82"/>
                </a:solidFill>
                <a:latin typeface="Malgun Gothic"/>
                <a:ea typeface="Malgun Gothic"/>
                <a:cs typeface="Malgun Gothic"/>
              </a:defRPr>
            </a:lvl5pPr>
            <a:lvl6pPr algn="ctr">
              <a:defRPr sz="1800" b="1">
                <a:solidFill>
                  <a:srgbClr val="087E82"/>
                </a:solidFill>
                <a:latin typeface="Malgun Gothic"/>
                <a:ea typeface="Malgun Gothic"/>
                <a:cs typeface="Malgun Gothic"/>
              </a:defRPr>
            </a:lvl6pPr>
            <a:lvl7pPr algn="ctr">
              <a:defRPr sz="1800" b="1">
                <a:solidFill>
                  <a:srgbClr val="087E82"/>
                </a:solidFill>
                <a:latin typeface="Malgun Gothic"/>
                <a:ea typeface="Malgun Gothic"/>
                <a:cs typeface="Malgun Gothic"/>
              </a:defRPr>
            </a:lvl7pPr>
            <a:lvl8pPr algn="ctr">
              <a:defRPr sz="1800" b="1">
                <a:solidFill>
                  <a:srgbClr val="087E82"/>
                </a:solidFill>
                <a:latin typeface="Malgun Gothic"/>
                <a:ea typeface="Malgun Gothic"/>
                <a:cs typeface="Malgun Gothic"/>
              </a:defRPr>
            </a:lvl8pPr>
            <a:lvl9pPr algn="ctr">
              <a:defRPr sz="1800" b="1">
                <a:solidFill>
                  <a:srgbClr val="087E82"/>
                </a:solidFill>
                <a:latin typeface="Malgun Gothic"/>
                <a:ea typeface="Malgun Gothic"/>
                <a:cs typeface="Malgun Gothic"/>
              </a:defRPr>
            </a:lvl9pPr>
          </a:lstStyle>
          <a:p xmlns:a="http://schemas.openxmlformats.org/drawingml/2006/main">
            <a:pPr algn="ctr">
              <a:defRPr sz="1800" b="1">
                <a:solidFill>
                  <a:srgbClr val="087E82"/>
                </a:solidFill>
                <a:latin typeface="Malgun Gothic"/>
                <a:ea typeface="Malgun Gothic"/>
                <a:cs typeface="Malgun Gothic"/>
              </a:defRPr>
            </a:pPr>
            <a:r>
              <a:rPr sz="1800" b="1">
                <a:solidFill>
                  <a:srgbClr val="087E82"/>
                </a:solidFill>
                <a:latin typeface="Malgun Gothic"/>
                <a:ea typeface="Malgun Gothic"/>
                <a:cs typeface="Malgun Gothic"/>
              </a:rPr>
              <a:t>BTN L</a:t>
            </a:r>
          </a:p>
        </p:txBody>
      </p:sp>
      <p:sp>
        <p:nvSpPr>
          <p:cNvPr id="17" name="">
            <a:extLst xmlns:a="http://schemas.openxmlformats.org/drawingml/2006/main">
              <a:ext uri="{FF2B5EF4-FFF2-40B4-BE49-F238E27FC236}">
                <a16:creationId xmlns:a16="http://schemas.microsoft.com/office/drawing/2014/main" id="{6809FD0D-878A-461E-ABAE-A0E277464E96}"/>
              </a:ext>
            </a:extLst>
          </p:cNvPr>
          <p:cNvSpPr>
            <a:spLocks xmlns:a="http://schemas.openxmlformats.org/drawingml/2006/main" noGrp="1"/>
          </p:cNvSpPr>
          <p:nvPr/>
        </p:nvSpPr>
        <p:spPr>
          <a:xfrm xmlns:a="http://schemas.openxmlformats.org/drawingml/2006/main">
            <a:off x="4286250" y="4524375"/>
            <a:ext cx="28575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8" name="">
            <a:extLst xmlns:a="http://schemas.openxmlformats.org/drawingml/2006/main">
              <a:ext uri="{FF2B5EF4-FFF2-40B4-BE49-F238E27FC236}">
                <a16:creationId xmlns:a16="http://schemas.microsoft.com/office/drawing/2014/main" id="{48DD1C17-48CA-48D6-823E-39BDC9B54FF1}"/>
              </a:ext>
            </a:extLst>
          </p:cNvPr>
          <p:cNvSpPr>
            <a:spLocks xmlns:a="http://schemas.openxmlformats.org/drawingml/2006/main" noGrp="1"/>
          </p:cNvSpPr>
          <p:nvPr/>
        </p:nvSpPr>
        <p:spPr>
          <a:xfrm xmlns:a="http://schemas.openxmlformats.org/drawingml/2006/main">
            <a:off x="7077075" y="445770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38A57E93-5B26-477A-9AAF-FFDECDDA81D5}"/>
              </a:ext>
            </a:extLst>
          </p:cNvPr>
          <p:cNvSpPr>
            <a:spLocks xmlns:a="http://schemas.openxmlformats.org/drawingml/2006/main" noGrp="1"/>
          </p:cNvSpPr>
          <p:nvPr/>
        </p:nvSpPr>
        <p:spPr>
          <a:xfrm xmlns:a="http://schemas.openxmlformats.org/drawingml/2006/main">
            <a:off x="4286250" y="4848225"/>
            <a:ext cx="28575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0" name="">
            <a:extLst xmlns:a="http://schemas.openxmlformats.org/drawingml/2006/main">
              <a:ext uri="{FF2B5EF4-FFF2-40B4-BE49-F238E27FC236}">
                <a16:creationId xmlns:a16="http://schemas.microsoft.com/office/drawing/2014/main" id="{983C6E84-97EB-4B47-9AEF-754DBFC273A7}"/>
              </a:ext>
            </a:extLst>
          </p:cNvPr>
          <p:cNvSpPr>
            <a:spLocks xmlns:a="http://schemas.openxmlformats.org/drawingml/2006/main" noGrp="1"/>
          </p:cNvSpPr>
          <p:nvPr/>
        </p:nvSpPr>
        <p:spPr>
          <a:xfrm xmlns:a="http://schemas.openxmlformats.org/drawingml/2006/main">
            <a:off x="4219575" y="4781550"/>
            <a:ext cx="133350" cy="133350"/>
          </a:xfrm>
          <a:prstGeom xmlns:a="http://schemas.openxmlformats.org/drawingml/2006/main" prst="leftArrow">
            <a:avLst/>
          </a:prstGeom>
          <a:solidFill xmlns:a="http://schemas.openxmlformats.org/drawingml/2006/main">
            <a:srgbClr val="087E82"/>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DD5A1B53-3B4C-47AA-A23D-84385A8340BA}"/>
              </a:ext>
            </a:extLst>
          </p:cNvPr>
          <p:cNvSpPr>
            <a:spLocks xmlns:a="http://schemas.openxmlformats.org/drawingml/2006/main" noGrp="1"/>
          </p:cNvSpPr>
          <p:nvPr/>
        </p:nvSpPr>
        <p:spPr>
          <a:xfrm xmlns:a="http://schemas.openxmlformats.org/drawingml/2006/main">
            <a:off x="5010150" y="4029075"/>
            <a:ext cx="13811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00" b="1">
                <a:solidFill>
                  <a:srgbClr val="087E82"/>
                </a:solidFill>
                <a:latin typeface="Malgun Gothic"/>
                <a:ea typeface="Malgun Gothic"/>
                <a:cs typeface="Malgun Gothic"/>
              </a:defRPr>
            </a:defPPr>
            <a:lvl1pPr algn="ctr">
              <a:defRPr sz="1800" b="1">
                <a:solidFill>
                  <a:srgbClr val="087E82"/>
                </a:solidFill>
                <a:latin typeface="Malgun Gothic"/>
                <a:ea typeface="Malgun Gothic"/>
                <a:cs typeface="Malgun Gothic"/>
              </a:defRPr>
            </a:lvl1pPr>
            <a:lvl2pPr algn="ctr">
              <a:defRPr sz="1800" b="1">
                <a:solidFill>
                  <a:srgbClr val="087E82"/>
                </a:solidFill>
                <a:latin typeface="Malgun Gothic"/>
                <a:ea typeface="Malgun Gothic"/>
                <a:cs typeface="Malgun Gothic"/>
              </a:defRPr>
            </a:lvl2pPr>
            <a:lvl3pPr algn="ctr">
              <a:defRPr sz="1800" b="1">
                <a:solidFill>
                  <a:srgbClr val="087E82"/>
                </a:solidFill>
                <a:latin typeface="Malgun Gothic"/>
                <a:ea typeface="Malgun Gothic"/>
                <a:cs typeface="Malgun Gothic"/>
              </a:defRPr>
            </a:lvl3pPr>
            <a:lvl4pPr algn="ctr">
              <a:defRPr sz="1800" b="1">
                <a:solidFill>
                  <a:srgbClr val="087E82"/>
                </a:solidFill>
                <a:latin typeface="Malgun Gothic"/>
                <a:ea typeface="Malgun Gothic"/>
                <a:cs typeface="Malgun Gothic"/>
              </a:defRPr>
            </a:lvl4pPr>
            <a:lvl5pPr algn="ctr">
              <a:defRPr sz="1800" b="1">
                <a:solidFill>
                  <a:srgbClr val="087E82"/>
                </a:solidFill>
                <a:latin typeface="Malgun Gothic"/>
                <a:ea typeface="Malgun Gothic"/>
                <a:cs typeface="Malgun Gothic"/>
              </a:defRPr>
            </a:lvl5pPr>
            <a:lvl6pPr algn="ctr">
              <a:defRPr sz="1800" b="1">
                <a:solidFill>
                  <a:srgbClr val="087E82"/>
                </a:solidFill>
                <a:latin typeface="Malgun Gothic"/>
                <a:ea typeface="Malgun Gothic"/>
                <a:cs typeface="Malgun Gothic"/>
              </a:defRPr>
            </a:lvl6pPr>
            <a:lvl7pPr algn="ctr">
              <a:defRPr sz="1800" b="1">
                <a:solidFill>
                  <a:srgbClr val="087E82"/>
                </a:solidFill>
                <a:latin typeface="Malgun Gothic"/>
                <a:ea typeface="Malgun Gothic"/>
                <a:cs typeface="Malgun Gothic"/>
              </a:defRPr>
            </a:lvl7pPr>
            <a:lvl8pPr algn="ctr">
              <a:defRPr sz="1800" b="1">
                <a:solidFill>
                  <a:srgbClr val="087E82"/>
                </a:solidFill>
                <a:latin typeface="Malgun Gothic"/>
                <a:ea typeface="Malgun Gothic"/>
                <a:cs typeface="Malgun Gothic"/>
              </a:defRPr>
            </a:lvl8pPr>
            <a:lvl9pPr algn="ctr">
              <a:defRPr sz="1800" b="1">
                <a:solidFill>
                  <a:srgbClr val="087E82"/>
                </a:solidFill>
                <a:latin typeface="Malgun Gothic"/>
                <a:ea typeface="Malgun Gothic"/>
                <a:cs typeface="Malgun Gothic"/>
              </a:defRPr>
            </a:lvl9pPr>
          </a:lstStyle>
          <a:p xmlns:a="http://schemas.openxmlformats.org/drawingml/2006/main">
            <a:pPr algn="ctr">
              <a:defRPr sz="1800" b="1">
                <a:solidFill>
                  <a:srgbClr val="087E82"/>
                </a:solidFill>
                <a:latin typeface="Malgun Gothic"/>
                <a:ea typeface="Malgun Gothic"/>
                <a:cs typeface="Malgun Gothic"/>
              </a:defRPr>
            </a:pPr>
            <a:r>
              <a:rPr sz="1800" b="1">
                <a:solidFill>
                  <a:srgbClr val="087E82"/>
                </a:solidFill>
                <a:latin typeface="Malgun Gothic"/>
                <a:ea typeface="Malgun Gothic"/>
                <a:cs typeface="Malgun Gothic"/>
              </a:rPr>
              <a:t>BTN L</a:t>
            </a:r>
          </a:p>
        </p:txBody>
      </p:sp>
      <p:sp>
        <p:nvSpPr>
          <p:cNvPr id="22" name="">
            <a:extLst xmlns:a="http://schemas.openxmlformats.org/drawingml/2006/main">
              <a:ext uri="{FF2B5EF4-FFF2-40B4-BE49-F238E27FC236}">
                <a16:creationId xmlns:a16="http://schemas.microsoft.com/office/drawing/2014/main" id="{D98105EF-AF4A-42A9-B5F1-6B5711D4E6E5}"/>
              </a:ext>
            </a:extLst>
          </p:cNvPr>
          <p:cNvSpPr>
            <a:spLocks xmlns:a="http://schemas.openxmlformats.org/drawingml/2006/main" noGrp="1"/>
          </p:cNvSpPr>
          <p:nvPr/>
        </p:nvSpPr>
        <p:spPr>
          <a:xfrm xmlns:a="http://schemas.openxmlformats.org/drawingml/2006/main">
            <a:off x="8286750" y="3028950"/>
            <a:ext cx="0" cy="106680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3" name="">
            <a:extLst xmlns:a="http://schemas.openxmlformats.org/drawingml/2006/main">
              <a:ext uri="{FF2B5EF4-FFF2-40B4-BE49-F238E27FC236}">
                <a16:creationId xmlns:a16="http://schemas.microsoft.com/office/drawing/2014/main" id="{D52FD716-FF32-4AF6-8272-686CC600E010}"/>
              </a:ext>
            </a:extLst>
          </p:cNvPr>
          <p:cNvSpPr>
            <a:spLocks xmlns:a="http://schemas.openxmlformats.org/drawingml/2006/main" noGrp="1"/>
          </p:cNvSpPr>
          <p:nvPr/>
        </p:nvSpPr>
        <p:spPr>
          <a:xfrm xmlns:a="http://schemas.openxmlformats.org/drawingml/2006/main">
            <a:off x="8220075" y="4029075"/>
            <a:ext cx="133350" cy="133350"/>
          </a:xfrm>
          <a:prstGeom xmlns:a="http://schemas.openxmlformats.org/drawingml/2006/main" prst="downArrow">
            <a:avLst/>
          </a:prstGeom>
          <a:solidFill xmlns:a="http://schemas.openxmlformats.org/drawingml/2006/main">
            <a:srgbClr val="087E82"/>
          </a:solidFill>
          <a:ln xmlns:a="http://schemas.openxmlformats.org/drawingml/2006/main" w="9525">
            <a:noFill/>
            <a:prstDash val="solid"/>
          </a:ln>
        </p:spPr>
      </p:sp>
      <p:sp>
        <p:nvSpPr>
          <p:cNvPr id="24" name="">
            <a:extLst xmlns:a="http://schemas.openxmlformats.org/drawingml/2006/main">
              <a:ext uri="{FF2B5EF4-FFF2-40B4-BE49-F238E27FC236}">
                <a16:creationId xmlns:a16="http://schemas.microsoft.com/office/drawing/2014/main" id="{11035F4D-A16B-4299-BDA9-69C3581C16EC}"/>
              </a:ext>
            </a:extLst>
          </p:cNvPr>
          <p:cNvSpPr>
            <a:spLocks xmlns:a="http://schemas.openxmlformats.org/drawingml/2006/main" noGrp="1"/>
          </p:cNvSpPr>
          <p:nvPr/>
        </p:nvSpPr>
        <p:spPr>
          <a:xfrm xmlns:a="http://schemas.openxmlformats.org/drawingml/2006/main">
            <a:off x="9201150" y="3028950"/>
            <a:ext cx="0" cy="106680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5" name="">
            <a:extLst xmlns:a="http://schemas.openxmlformats.org/drawingml/2006/main">
              <a:ext uri="{FF2B5EF4-FFF2-40B4-BE49-F238E27FC236}">
                <a16:creationId xmlns:a16="http://schemas.microsoft.com/office/drawing/2014/main" id="{450757D4-6FCC-4031-8439-BC0E46C5307D}"/>
              </a:ext>
            </a:extLst>
          </p:cNvPr>
          <p:cNvSpPr>
            <a:spLocks xmlns:a="http://schemas.openxmlformats.org/drawingml/2006/main" noGrp="1"/>
          </p:cNvSpPr>
          <p:nvPr/>
        </p:nvSpPr>
        <p:spPr>
          <a:xfrm xmlns:a="http://schemas.openxmlformats.org/drawingml/2006/main">
            <a:off x="9134475" y="2962275"/>
            <a:ext cx="133350" cy="133350"/>
          </a:xfrm>
          <a:prstGeom xmlns:a="http://schemas.openxmlformats.org/drawingml/2006/main" prst="upArrow">
            <a:avLst/>
          </a:prstGeom>
          <a:solidFill xmlns:a="http://schemas.openxmlformats.org/drawingml/2006/main">
            <a:srgbClr val="087E82"/>
          </a:solidFill>
          <a:ln xmlns:a="http://schemas.openxmlformats.org/drawingml/2006/main" w="9525">
            <a:noFill/>
            <a:prstDash val="solid"/>
          </a:ln>
        </p:spPr>
      </p:sp>
      <p:sp>
        <p:nvSpPr>
          <p:cNvPr id="26" name="">
            <a:extLst xmlns:a="http://schemas.openxmlformats.org/drawingml/2006/main">
              <a:ext uri="{FF2B5EF4-FFF2-40B4-BE49-F238E27FC236}">
                <a16:creationId xmlns:a16="http://schemas.microsoft.com/office/drawing/2014/main" id="{28DB7FFD-E82B-4A11-AEC9-A0D9BC7FEE00}"/>
              </a:ext>
            </a:extLst>
          </p:cNvPr>
          <p:cNvSpPr>
            <a:spLocks xmlns:a="http://schemas.openxmlformats.org/drawingml/2006/main" noGrp="1"/>
          </p:cNvSpPr>
          <p:nvPr/>
        </p:nvSpPr>
        <p:spPr>
          <a:xfrm xmlns:a="http://schemas.openxmlformats.org/drawingml/2006/main">
            <a:off x="9391650" y="3362325"/>
            <a:ext cx="14287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00" b="1">
                <a:solidFill>
                  <a:srgbClr val="087E82"/>
                </a:solidFill>
                <a:latin typeface="Malgun Gothic"/>
                <a:ea typeface="Malgun Gothic"/>
                <a:cs typeface="Malgun Gothic"/>
              </a:defRPr>
            </a:defPPr>
            <a:lvl1pPr algn="l">
              <a:defRPr sz="1800" b="1">
                <a:solidFill>
                  <a:srgbClr val="087E82"/>
                </a:solidFill>
                <a:latin typeface="Malgun Gothic"/>
                <a:ea typeface="Malgun Gothic"/>
                <a:cs typeface="Malgun Gothic"/>
              </a:defRPr>
            </a:lvl1pPr>
            <a:lvl2pPr algn="l">
              <a:defRPr sz="1800" b="1">
                <a:solidFill>
                  <a:srgbClr val="087E82"/>
                </a:solidFill>
                <a:latin typeface="Malgun Gothic"/>
                <a:ea typeface="Malgun Gothic"/>
                <a:cs typeface="Malgun Gothic"/>
              </a:defRPr>
            </a:lvl2pPr>
            <a:lvl3pPr algn="l">
              <a:defRPr sz="1800" b="1">
                <a:solidFill>
                  <a:srgbClr val="087E82"/>
                </a:solidFill>
                <a:latin typeface="Malgun Gothic"/>
                <a:ea typeface="Malgun Gothic"/>
                <a:cs typeface="Malgun Gothic"/>
              </a:defRPr>
            </a:lvl3pPr>
            <a:lvl4pPr algn="l">
              <a:defRPr sz="1800" b="1">
                <a:solidFill>
                  <a:srgbClr val="087E82"/>
                </a:solidFill>
                <a:latin typeface="Malgun Gothic"/>
                <a:ea typeface="Malgun Gothic"/>
                <a:cs typeface="Malgun Gothic"/>
              </a:defRPr>
            </a:lvl4pPr>
            <a:lvl5pPr algn="l">
              <a:defRPr sz="1800" b="1">
                <a:solidFill>
                  <a:srgbClr val="087E82"/>
                </a:solidFill>
                <a:latin typeface="Malgun Gothic"/>
                <a:ea typeface="Malgun Gothic"/>
                <a:cs typeface="Malgun Gothic"/>
              </a:defRPr>
            </a:lvl5pPr>
            <a:lvl6pPr algn="l">
              <a:defRPr sz="1800" b="1">
                <a:solidFill>
                  <a:srgbClr val="087E82"/>
                </a:solidFill>
                <a:latin typeface="Malgun Gothic"/>
                <a:ea typeface="Malgun Gothic"/>
                <a:cs typeface="Malgun Gothic"/>
              </a:defRPr>
            </a:lvl6pPr>
            <a:lvl7pPr algn="l">
              <a:defRPr sz="1800" b="1">
                <a:solidFill>
                  <a:srgbClr val="087E82"/>
                </a:solidFill>
                <a:latin typeface="Malgun Gothic"/>
                <a:ea typeface="Malgun Gothic"/>
                <a:cs typeface="Malgun Gothic"/>
              </a:defRPr>
            </a:lvl7pPr>
            <a:lvl8pPr algn="l">
              <a:defRPr sz="1800" b="1">
                <a:solidFill>
                  <a:srgbClr val="087E82"/>
                </a:solidFill>
                <a:latin typeface="Malgun Gothic"/>
                <a:ea typeface="Malgun Gothic"/>
                <a:cs typeface="Malgun Gothic"/>
              </a:defRPr>
            </a:lvl8pPr>
            <a:lvl9pPr algn="l">
              <a:defRPr sz="1800" b="1">
                <a:solidFill>
                  <a:srgbClr val="087E82"/>
                </a:solidFill>
                <a:latin typeface="Malgun Gothic"/>
                <a:ea typeface="Malgun Gothic"/>
                <a:cs typeface="Malgun Gothic"/>
              </a:defRPr>
            </a:lvl9pPr>
          </a:lstStyle>
          <a:p xmlns:a="http://schemas.openxmlformats.org/drawingml/2006/main">
            <a:pPr algn="l">
              <a:defRPr sz="1800" b="1">
                <a:solidFill>
                  <a:srgbClr val="087E82"/>
                </a:solidFill>
                <a:latin typeface="Malgun Gothic"/>
                <a:ea typeface="Malgun Gothic"/>
                <a:cs typeface="Malgun Gothic"/>
              </a:defRPr>
            </a:pPr>
            <a:r>
              <a:rPr sz="1800" b="1">
                <a:solidFill>
                  <a:srgbClr val="087E82"/>
                </a:solidFill>
                <a:latin typeface="Malgun Gothic"/>
                <a:ea typeface="Malgun Gothic"/>
                <a:cs typeface="Malgun Gothic"/>
              </a:rPr>
              <a:t>BTN R</a:t>
            </a:r>
          </a:p>
        </p:txBody>
      </p:sp>
      <p:sp>
        <p:nvSpPr>
          <p:cNvPr id="27" name="">
            <a:extLst xmlns:a="http://schemas.openxmlformats.org/drawingml/2006/main">
              <a:ext uri="{FF2B5EF4-FFF2-40B4-BE49-F238E27FC236}">
                <a16:creationId xmlns:a16="http://schemas.microsoft.com/office/drawing/2014/main" id="{A9AD65E7-4668-4AC3-887B-6ACF9E795AC1}"/>
              </a:ext>
            </a:extLst>
          </p:cNvPr>
          <p:cNvSpPr>
            <a:spLocks xmlns:a="http://schemas.openxmlformats.org/drawingml/2006/main" noGrp="1"/>
          </p:cNvSpPr>
          <p:nvPr/>
        </p:nvSpPr>
        <p:spPr>
          <a:xfrm xmlns:a="http://schemas.openxmlformats.org/drawingml/2006/main">
            <a:off x="685800" y="1476375"/>
            <a:ext cx="12382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00" b="0">
                <a:solidFill>
                  <a:srgbClr val="626B69"/>
                </a:solidFill>
                <a:latin typeface="Malgun Gothic"/>
                <a:ea typeface="Malgun Gothic"/>
                <a:cs typeface="Malgun Gothic"/>
              </a:defRPr>
            </a:defPPr>
            <a:lvl1pPr algn="l">
              <a:defRPr sz="1800" b="0">
                <a:solidFill>
                  <a:srgbClr val="626B69"/>
                </a:solidFill>
                <a:latin typeface="Malgun Gothic"/>
                <a:ea typeface="Malgun Gothic"/>
                <a:cs typeface="Malgun Gothic"/>
              </a:defRPr>
            </a:lvl1pPr>
            <a:lvl2pPr algn="l">
              <a:defRPr sz="1800" b="0">
                <a:solidFill>
                  <a:srgbClr val="626B69"/>
                </a:solidFill>
                <a:latin typeface="Malgun Gothic"/>
                <a:ea typeface="Malgun Gothic"/>
                <a:cs typeface="Malgun Gothic"/>
              </a:defRPr>
            </a:lvl2pPr>
            <a:lvl3pPr algn="l">
              <a:defRPr sz="1800" b="0">
                <a:solidFill>
                  <a:srgbClr val="626B69"/>
                </a:solidFill>
                <a:latin typeface="Malgun Gothic"/>
                <a:ea typeface="Malgun Gothic"/>
                <a:cs typeface="Malgun Gothic"/>
              </a:defRPr>
            </a:lvl3pPr>
            <a:lvl4pPr algn="l">
              <a:defRPr sz="1800" b="0">
                <a:solidFill>
                  <a:srgbClr val="626B69"/>
                </a:solidFill>
                <a:latin typeface="Malgun Gothic"/>
                <a:ea typeface="Malgun Gothic"/>
                <a:cs typeface="Malgun Gothic"/>
              </a:defRPr>
            </a:lvl4pPr>
            <a:lvl5pPr algn="l">
              <a:defRPr sz="1800" b="0">
                <a:solidFill>
                  <a:srgbClr val="626B69"/>
                </a:solidFill>
                <a:latin typeface="Malgun Gothic"/>
                <a:ea typeface="Malgun Gothic"/>
                <a:cs typeface="Malgun Gothic"/>
              </a:defRPr>
            </a:lvl5pPr>
            <a:lvl6pPr algn="l">
              <a:defRPr sz="1800" b="0">
                <a:solidFill>
                  <a:srgbClr val="626B69"/>
                </a:solidFill>
                <a:latin typeface="Malgun Gothic"/>
                <a:ea typeface="Malgun Gothic"/>
                <a:cs typeface="Malgun Gothic"/>
              </a:defRPr>
            </a:lvl6pPr>
            <a:lvl7pPr algn="l">
              <a:defRPr sz="1800" b="0">
                <a:solidFill>
                  <a:srgbClr val="626B69"/>
                </a:solidFill>
                <a:latin typeface="Malgun Gothic"/>
                <a:ea typeface="Malgun Gothic"/>
                <a:cs typeface="Malgun Gothic"/>
              </a:defRPr>
            </a:lvl7pPr>
            <a:lvl8pPr algn="l">
              <a:defRPr sz="1800" b="0">
                <a:solidFill>
                  <a:srgbClr val="626B69"/>
                </a:solidFill>
                <a:latin typeface="Malgun Gothic"/>
                <a:ea typeface="Malgun Gothic"/>
                <a:cs typeface="Malgun Gothic"/>
              </a:defRPr>
            </a:lvl8pPr>
            <a:lvl9pPr algn="l">
              <a:defRPr sz="1800" b="0">
                <a:solidFill>
                  <a:srgbClr val="626B69"/>
                </a:solidFill>
                <a:latin typeface="Malgun Gothic"/>
                <a:ea typeface="Malgun Gothic"/>
                <a:cs typeface="Malgun Gothic"/>
              </a:defRPr>
            </a:lvl9pPr>
          </a:lstStyle>
          <a:p xmlns:a="http://schemas.openxmlformats.org/drawingml/2006/main">
            <a:pPr algn="l">
              <a:defRPr sz="1800" b="0">
                <a:solidFill>
                  <a:srgbClr val="626B69"/>
                </a:solidFill>
                <a:latin typeface="Malgun Gothic"/>
                <a:ea typeface="Malgun Gothic"/>
                <a:cs typeface="Malgun Gothic"/>
              </a:defRPr>
            </a:pPr>
            <a:r>
              <a:rPr sz="1800" b="0">
                <a:solidFill>
                  <a:srgbClr val="626B69"/>
                </a:solidFill>
                <a:latin typeface="Malgun Gothic"/>
                <a:ea typeface="Malgun Gothic"/>
                <a:cs typeface="Malgun Gothic"/>
              </a:rPr>
              <a:t>reset</a:t>
            </a:r>
          </a:p>
        </p:txBody>
      </p:sp>
      <p:sp>
        <p:nvSpPr>
          <p:cNvPr id="28" name="">
            <a:extLst xmlns:a="http://schemas.openxmlformats.org/drawingml/2006/main">
              <a:ext uri="{FF2B5EF4-FFF2-40B4-BE49-F238E27FC236}">
                <a16:creationId xmlns:a16="http://schemas.microsoft.com/office/drawing/2014/main" id="{6AEBCD7B-A715-4515-AEEE-80B1240B5F6C}"/>
              </a:ext>
            </a:extLst>
          </p:cNvPr>
          <p:cNvSpPr>
            <a:spLocks xmlns:a="http://schemas.openxmlformats.org/drawingml/2006/main" noGrp="1"/>
          </p:cNvSpPr>
          <p:nvPr/>
        </p:nvSpPr>
        <p:spPr>
          <a:xfrm xmlns:a="http://schemas.openxmlformats.org/drawingml/2006/main">
            <a:off x="1409700" y="1838325"/>
            <a:ext cx="0" cy="85725"/>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9" name="">
            <a:extLst xmlns:a="http://schemas.openxmlformats.org/drawingml/2006/main">
              <a:ext uri="{FF2B5EF4-FFF2-40B4-BE49-F238E27FC236}">
                <a16:creationId xmlns:a16="http://schemas.microsoft.com/office/drawing/2014/main" id="{CFBF5C6D-19BD-4E7D-A278-79DFD5468C95}"/>
              </a:ext>
            </a:extLst>
          </p:cNvPr>
          <p:cNvSpPr>
            <a:spLocks xmlns:a="http://schemas.openxmlformats.org/drawingml/2006/main" noGrp="1"/>
          </p:cNvSpPr>
          <p:nvPr/>
        </p:nvSpPr>
        <p:spPr>
          <a:xfrm xmlns:a="http://schemas.openxmlformats.org/drawingml/2006/main">
            <a:off x="1343025" y="1857375"/>
            <a:ext cx="133350" cy="133350"/>
          </a:xfrm>
          <a:prstGeom xmlns:a="http://schemas.openxmlformats.org/drawingml/2006/main" prst="downArrow">
            <a:avLst/>
          </a:prstGeom>
          <a:solidFill xmlns:a="http://schemas.openxmlformats.org/drawingml/2006/main">
            <a:srgbClr val="087E82"/>
          </a:solidFill>
          <a:ln xmlns:a="http://schemas.openxmlformats.org/drawingml/2006/main" w="9525">
            <a:noFill/>
            <a:prstDash val="solid"/>
          </a:ln>
        </p:spPr>
      </p:sp>
      <p:sp>
        <p:nvSpPr>
          <p:cNvPr id="30" name="">
            <a:extLst xmlns:a="http://schemas.openxmlformats.org/drawingml/2006/main">
              <a:ext uri="{FF2B5EF4-FFF2-40B4-BE49-F238E27FC236}">
                <a16:creationId xmlns:a16="http://schemas.microsoft.com/office/drawing/2014/main" id="{930CE5E6-4CA8-4F95-B960-3BA825E7C0DA}"/>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정지 중 5번째 tick: animation=1   /   BTN C: 모든 상태에서 스톱워치 값만 초기화</a:t>
            </a:r>
          </a:p>
        </p:txBody>
      </p:sp>
    </p:spTree>
    <p:extLst>
      <p:ext uri="{BB962C8B-B14F-4D97-AF65-F5344CB8AC3E}">
        <p14:creationId xmlns:p14="http://schemas.microsoft.com/office/powerpoint/2010/main" val="1822510648"/>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ED0A2B6-221A-4AB4-BD53-CA0169B6462D}"/>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시간 계산과 경계 조건</a:t>
            </a:r>
          </a:p>
        </p:txBody>
      </p:sp>
      <p:sp>
        <p:nvSpPr>
          <p:cNvPr id="2" name="">
            <a:extLst xmlns:a="http://schemas.openxmlformats.org/drawingml/2006/main">
              <a:ext uri="{FF2B5EF4-FFF2-40B4-BE49-F238E27FC236}">
                <a16:creationId xmlns:a16="http://schemas.microsoft.com/office/drawing/2014/main" id="{9AB2A727-54B5-49D4-9259-608AF718AED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A756AE83-BCE8-4AC4-A889-A3214A87090E}"/>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F72BD48E-66C5-41F9-A81A-889EF36284BB}"/>
              </a:ext>
            </a:extLst>
          </p:cNvPr>
          <p:cNvSpPr>
            <a:spLocks xmlns:a="http://schemas.openxmlformats.org/drawingml/2006/main" noGrp="1"/>
          </p:cNvSpPr>
          <p:nvPr/>
        </p:nvSpPr>
        <p:spPr>
          <a:xfrm xmlns:a="http://schemas.openxmlformats.org/drawingml/2006/main">
            <a:off x="685800" y="1628775"/>
            <a:ext cx="107632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850" b="1">
                <a:solidFill>
                  <a:srgbClr val="087E82"/>
                </a:solidFill>
                <a:latin typeface="Malgun Gothic"/>
                <a:ea typeface="Malgun Gothic"/>
                <a:cs typeface="Malgun Gothic"/>
              </a:defRPr>
            </a:defPPr>
            <a:lvl1pPr algn="l">
              <a:defRPr sz="2850" b="1">
                <a:solidFill>
                  <a:srgbClr val="087E82"/>
                </a:solidFill>
                <a:latin typeface="Malgun Gothic"/>
                <a:ea typeface="Malgun Gothic"/>
                <a:cs typeface="Malgun Gothic"/>
              </a:defRPr>
            </a:lvl1pPr>
            <a:lvl2pPr algn="l">
              <a:defRPr sz="2850" b="1">
                <a:solidFill>
                  <a:srgbClr val="087E82"/>
                </a:solidFill>
                <a:latin typeface="Malgun Gothic"/>
                <a:ea typeface="Malgun Gothic"/>
                <a:cs typeface="Malgun Gothic"/>
              </a:defRPr>
            </a:lvl2pPr>
            <a:lvl3pPr algn="l">
              <a:defRPr sz="2850" b="1">
                <a:solidFill>
                  <a:srgbClr val="087E82"/>
                </a:solidFill>
                <a:latin typeface="Malgun Gothic"/>
                <a:ea typeface="Malgun Gothic"/>
                <a:cs typeface="Malgun Gothic"/>
              </a:defRPr>
            </a:lvl3pPr>
            <a:lvl4pPr algn="l">
              <a:defRPr sz="2850" b="1">
                <a:solidFill>
                  <a:srgbClr val="087E82"/>
                </a:solidFill>
                <a:latin typeface="Malgun Gothic"/>
                <a:ea typeface="Malgun Gothic"/>
                <a:cs typeface="Malgun Gothic"/>
              </a:defRPr>
            </a:lvl4pPr>
            <a:lvl5pPr algn="l">
              <a:defRPr sz="2850" b="1">
                <a:solidFill>
                  <a:srgbClr val="087E82"/>
                </a:solidFill>
                <a:latin typeface="Malgun Gothic"/>
                <a:ea typeface="Malgun Gothic"/>
                <a:cs typeface="Malgun Gothic"/>
              </a:defRPr>
            </a:lvl5pPr>
            <a:lvl6pPr algn="l">
              <a:defRPr sz="2850" b="1">
                <a:solidFill>
                  <a:srgbClr val="087E82"/>
                </a:solidFill>
                <a:latin typeface="Malgun Gothic"/>
                <a:ea typeface="Malgun Gothic"/>
                <a:cs typeface="Malgun Gothic"/>
              </a:defRPr>
            </a:lvl6pPr>
            <a:lvl7pPr algn="l">
              <a:defRPr sz="2850" b="1">
                <a:solidFill>
                  <a:srgbClr val="087E82"/>
                </a:solidFill>
                <a:latin typeface="Malgun Gothic"/>
                <a:ea typeface="Malgun Gothic"/>
                <a:cs typeface="Malgun Gothic"/>
              </a:defRPr>
            </a:lvl7pPr>
            <a:lvl8pPr algn="l">
              <a:defRPr sz="2850" b="1">
                <a:solidFill>
                  <a:srgbClr val="087E82"/>
                </a:solidFill>
                <a:latin typeface="Malgun Gothic"/>
                <a:ea typeface="Malgun Gothic"/>
                <a:cs typeface="Malgun Gothic"/>
              </a:defRPr>
            </a:lvl8pPr>
            <a:lvl9pPr algn="l">
              <a:defRPr sz="2850" b="1">
                <a:solidFill>
                  <a:srgbClr val="087E82"/>
                </a:solidFill>
                <a:latin typeface="Malgun Gothic"/>
                <a:ea typeface="Malgun Gothic"/>
                <a:cs typeface="Malgun Gothic"/>
              </a:defRPr>
            </a:lvl9pPr>
          </a:lstStyle>
          <a:p xmlns:a="http://schemas.openxmlformats.org/drawingml/2006/main">
            <a:pPr algn="l">
              <a:defRPr sz="2850" b="1">
                <a:solidFill>
                  <a:srgbClr val="087E82"/>
                </a:solidFill>
                <a:latin typeface="Malgun Gothic"/>
                <a:ea typeface="Malgun Gothic"/>
                <a:cs typeface="Malgun Gothic"/>
              </a:defRPr>
            </a:pPr>
            <a:r>
              <a:rPr sz="2850" b="1">
                <a:solidFill>
                  <a:srgbClr val="087E82"/>
                </a:solidFill>
                <a:latin typeface="Malgun Gothic"/>
                <a:ea typeface="Malgun Gothic"/>
                <a:cs typeface="Malgun Gothic"/>
              </a:rPr>
              <a:t>100 MHz ÷ 100,000,000 = 1 Hz</a:t>
            </a:r>
          </a:p>
        </p:txBody>
      </p:sp>
      <p:sp>
        <p:nvSpPr>
          <p:cNvPr id="5" name="">
            <a:extLst xmlns:a="http://schemas.openxmlformats.org/drawingml/2006/main">
              <a:ext uri="{FF2B5EF4-FFF2-40B4-BE49-F238E27FC236}">
                <a16:creationId xmlns:a16="http://schemas.microsoft.com/office/drawing/2014/main" id="{12E5063E-F955-4B7B-90B0-807EEB374DB2}"/>
              </a:ext>
            </a:extLst>
          </p:cNvPr>
          <p:cNvSpPr>
            <a:spLocks xmlns:a="http://schemas.openxmlformats.org/drawingml/2006/main" noGrp="1"/>
          </p:cNvSpPr>
          <p:nvPr/>
        </p:nvSpPr>
        <p:spPr>
          <a:xfrm xmlns:a="http://schemas.openxmlformats.org/drawingml/2006/main">
            <a:off x="685800" y="2781300"/>
            <a:ext cx="2381250" cy="10477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6" name="">
            <a:extLst xmlns:a="http://schemas.openxmlformats.org/drawingml/2006/main">
              <a:ext uri="{FF2B5EF4-FFF2-40B4-BE49-F238E27FC236}">
                <a16:creationId xmlns:a16="http://schemas.microsoft.com/office/drawing/2014/main" id="{28483D3D-2768-4C00-B1B8-45969F0E4896}"/>
              </a:ext>
            </a:extLst>
          </p:cNvPr>
          <p:cNvSpPr>
            <a:spLocks xmlns:a="http://schemas.openxmlformats.org/drawingml/2006/main" noGrp="1"/>
          </p:cNvSpPr>
          <p:nvPr/>
        </p:nvSpPr>
        <p:spPr>
          <a:xfrm xmlns:a="http://schemas.openxmlformats.org/drawingml/2006/main">
            <a:off x="800100" y="2857500"/>
            <a:ext cx="2152650" cy="895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00:59</a:t>
            </a:r>
          </a:p>
        </p:txBody>
      </p:sp>
      <p:sp>
        <p:nvSpPr>
          <p:cNvPr id="7" name="">
            <a:extLst xmlns:a="http://schemas.openxmlformats.org/drawingml/2006/main">
              <a:ext uri="{FF2B5EF4-FFF2-40B4-BE49-F238E27FC236}">
                <a16:creationId xmlns:a16="http://schemas.microsoft.com/office/drawing/2014/main" id="{2F0E041A-3593-4CD4-8F48-5DBD58B4AD92}"/>
              </a:ext>
            </a:extLst>
          </p:cNvPr>
          <p:cNvSpPr>
            <a:spLocks xmlns:a="http://schemas.openxmlformats.org/drawingml/2006/main" noGrp="1"/>
          </p:cNvSpPr>
          <p:nvPr/>
        </p:nvSpPr>
        <p:spPr>
          <a:xfrm xmlns:a="http://schemas.openxmlformats.org/drawingml/2006/main">
            <a:off x="3238500" y="3305175"/>
            <a:ext cx="17145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8" name="">
            <a:extLst xmlns:a="http://schemas.openxmlformats.org/drawingml/2006/main">
              <a:ext uri="{FF2B5EF4-FFF2-40B4-BE49-F238E27FC236}">
                <a16:creationId xmlns:a16="http://schemas.microsoft.com/office/drawing/2014/main" id="{5F3AA13D-FFB2-4E9D-B043-3D7527ABD79C}"/>
              </a:ext>
            </a:extLst>
          </p:cNvPr>
          <p:cNvSpPr>
            <a:spLocks xmlns:a="http://schemas.openxmlformats.org/drawingml/2006/main" noGrp="1"/>
          </p:cNvSpPr>
          <p:nvPr/>
        </p:nvSpPr>
        <p:spPr>
          <a:xfrm xmlns:a="http://schemas.openxmlformats.org/drawingml/2006/main">
            <a:off x="4886325" y="323850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468C821F-3618-411D-9AE7-DBA5A61C1A5C}"/>
              </a:ext>
            </a:extLst>
          </p:cNvPr>
          <p:cNvSpPr>
            <a:spLocks xmlns:a="http://schemas.openxmlformats.org/drawingml/2006/main" noGrp="1"/>
          </p:cNvSpPr>
          <p:nvPr/>
        </p:nvSpPr>
        <p:spPr>
          <a:xfrm xmlns:a="http://schemas.openxmlformats.org/drawingml/2006/main">
            <a:off x="5143500" y="2781300"/>
            <a:ext cx="2381250" cy="10477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0" name="">
            <a:extLst xmlns:a="http://schemas.openxmlformats.org/drawingml/2006/main">
              <a:ext uri="{FF2B5EF4-FFF2-40B4-BE49-F238E27FC236}">
                <a16:creationId xmlns:a16="http://schemas.microsoft.com/office/drawing/2014/main" id="{B4F277E0-9571-4DCD-B6D9-767E069BBB24}"/>
              </a:ext>
            </a:extLst>
          </p:cNvPr>
          <p:cNvSpPr>
            <a:spLocks xmlns:a="http://schemas.openxmlformats.org/drawingml/2006/main" noGrp="1"/>
          </p:cNvSpPr>
          <p:nvPr/>
        </p:nvSpPr>
        <p:spPr>
          <a:xfrm xmlns:a="http://schemas.openxmlformats.org/drawingml/2006/main">
            <a:off x="5257800" y="2857500"/>
            <a:ext cx="2152650" cy="895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01:00</a:t>
            </a:r>
          </a:p>
        </p:txBody>
      </p:sp>
      <p:sp>
        <p:nvSpPr>
          <p:cNvPr id="11" name="">
            <a:extLst xmlns:a="http://schemas.openxmlformats.org/drawingml/2006/main">
              <a:ext uri="{FF2B5EF4-FFF2-40B4-BE49-F238E27FC236}">
                <a16:creationId xmlns:a16="http://schemas.microsoft.com/office/drawing/2014/main" id="{A1CE439D-E860-4E26-B5DE-FE1510FF97A9}"/>
              </a:ext>
            </a:extLst>
          </p:cNvPr>
          <p:cNvSpPr>
            <a:spLocks xmlns:a="http://schemas.openxmlformats.org/drawingml/2006/main" noGrp="1"/>
          </p:cNvSpPr>
          <p:nvPr/>
        </p:nvSpPr>
        <p:spPr>
          <a:xfrm xmlns:a="http://schemas.openxmlformats.org/drawingml/2006/main">
            <a:off x="3352800" y="2771775"/>
            <a:ext cx="147637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00" b="0">
                <a:solidFill>
                  <a:srgbClr val="626B69"/>
                </a:solidFill>
                <a:latin typeface="Malgun Gothic"/>
                <a:ea typeface="Malgun Gothic"/>
                <a:cs typeface="Malgun Gothic"/>
              </a:defRPr>
            </a:defPPr>
            <a:lvl1pPr algn="l">
              <a:defRPr sz="1800" b="0">
                <a:solidFill>
                  <a:srgbClr val="626B69"/>
                </a:solidFill>
                <a:latin typeface="Malgun Gothic"/>
                <a:ea typeface="Malgun Gothic"/>
                <a:cs typeface="Malgun Gothic"/>
              </a:defRPr>
            </a:lvl1pPr>
            <a:lvl2pPr algn="l">
              <a:defRPr sz="1800" b="0">
                <a:solidFill>
                  <a:srgbClr val="626B69"/>
                </a:solidFill>
                <a:latin typeface="Malgun Gothic"/>
                <a:ea typeface="Malgun Gothic"/>
                <a:cs typeface="Malgun Gothic"/>
              </a:defRPr>
            </a:lvl2pPr>
            <a:lvl3pPr algn="l">
              <a:defRPr sz="1800" b="0">
                <a:solidFill>
                  <a:srgbClr val="626B69"/>
                </a:solidFill>
                <a:latin typeface="Malgun Gothic"/>
                <a:ea typeface="Malgun Gothic"/>
                <a:cs typeface="Malgun Gothic"/>
              </a:defRPr>
            </a:lvl3pPr>
            <a:lvl4pPr algn="l">
              <a:defRPr sz="1800" b="0">
                <a:solidFill>
                  <a:srgbClr val="626B69"/>
                </a:solidFill>
                <a:latin typeface="Malgun Gothic"/>
                <a:ea typeface="Malgun Gothic"/>
                <a:cs typeface="Malgun Gothic"/>
              </a:defRPr>
            </a:lvl4pPr>
            <a:lvl5pPr algn="l">
              <a:defRPr sz="1800" b="0">
                <a:solidFill>
                  <a:srgbClr val="626B69"/>
                </a:solidFill>
                <a:latin typeface="Malgun Gothic"/>
                <a:ea typeface="Malgun Gothic"/>
                <a:cs typeface="Malgun Gothic"/>
              </a:defRPr>
            </a:lvl5pPr>
            <a:lvl6pPr algn="l">
              <a:defRPr sz="1800" b="0">
                <a:solidFill>
                  <a:srgbClr val="626B69"/>
                </a:solidFill>
                <a:latin typeface="Malgun Gothic"/>
                <a:ea typeface="Malgun Gothic"/>
                <a:cs typeface="Malgun Gothic"/>
              </a:defRPr>
            </a:lvl6pPr>
            <a:lvl7pPr algn="l">
              <a:defRPr sz="1800" b="0">
                <a:solidFill>
                  <a:srgbClr val="626B69"/>
                </a:solidFill>
                <a:latin typeface="Malgun Gothic"/>
                <a:ea typeface="Malgun Gothic"/>
                <a:cs typeface="Malgun Gothic"/>
              </a:defRPr>
            </a:lvl7pPr>
            <a:lvl8pPr algn="l">
              <a:defRPr sz="1800" b="0">
                <a:solidFill>
                  <a:srgbClr val="626B69"/>
                </a:solidFill>
                <a:latin typeface="Malgun Gothic"/>
                <a:ea typeface="Malgun Gothic"/>
                <a:cs typeface="Malgun Gothic"/>
              </a:defRPr>
            </a:lvl8pPr>
            <a:lvl9pPr algn="l">
              <a:defRPr sz="1800" b="0">
                <a:solidFill>
                  <a:srgbClr val="626B69"/>
                </a:solidFill>
                <a:latin typeface="Malgun Gothic"/>
                <a:ea typeface="Malgun Gothic"/>
                <a:cs typeface="Malgun Gothic"/>
              </a:defRPr>
            </a:lvl9pPr>
          </a:lstStyle>
          <a:p xmlns:a="http://schemas.openxmlformats.org/drawingml/2006/main">
            <a:pPr algn="l">
              <a:defRPr sz="1800" b="0">
                <a:solidFill>
                  <a:srgbClr val="626B69"/>
                </a:solidFill>
                <a:latin typeface="Malgun Gothic"/>
                <a:ea typeface="Malgun Gothic"/>
                <a:cs typeface="Malgun Gothic"/>
              </a:defRPr>
            </a:pPr>
            <a:r>
              <a:rPr sz="1800" b="0">
                <a:solidFill>
                  <a:srgbClr val="626B69"/>
                </a:solidFill>
                <a:latin typeface="Malgun Gothic"/>
                <a:ea typeface="Malgun Gothic"/>
                <a:cs typeface="Malgun Gothic"/>
              </a:rPr>
              <a:t>다음 tick</a:t>
            </a:r>
          </a:p>
        </p:txBody>
      </p:sp>
      <p:sp>
        <p:nvSpPr>
          <p:cNvPr id="12" name="">
            <a:extLst xmlns:a="http://schemas.openxmlformats.org/drawingml/2006/main">
              <a:ext uri="{FF2B5EF4-FFF2-40B4-BE49-F238E27FC236}">
                <a16:creationId xmlns:a16="http://schemas.microsoft.com/office/drawing/2014/main" id="{EED435D6-EE90-47F7-95B8-50A519675094}"/>
              </a:ext>
            </a:extLst>
          </p:cNvPr>
          <p:cNvSpPr>
            <a:spLocks xmlns:a="http://schemas.openxmlformats.org/drawingml/2006/main" noGrp="1"/>
          </p:cNvSpPr>
          <p:nvPr/>
        </p:nvSpPr>
        <p:spPr>
          <a:xfrm xmlns:a="http://schemas.openxmlformats.org/drawingml/2006/main">
            <a:off x="8115300" y="2790825"/>
            <a:ext cx="3429000" cy="1095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59:59 다음은 00:00</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표시 값 = 분 × 100 + 초</a:t>
            </a:r>
          </a:p>
        </p:txBody>
      </p:sp>
      <p:sp>
        <p:nvSpPr>
          <p:cNvPr id="13" name="">
            <a:extLst xmlns:a="http://schemas.openxmlformats.org/drawingml/2006/main">
              <a:ext uri="{FF2B5EF4-FFF2-40B4-BE49-F238E27FC236}">
                <a16:creationId xmlns:a16="http://schemas.microsoft.com/office/drawing/2014/main" id="{4ED63462-1204-4B6C-BC65-3619B324927C}"/>
              </a:ext>
            </a:extLst>
          </p:cNvPr>
          <p:cNvSpPr>
            <a:spLocks xmlns:a="http://schemas.openxmlformats.org/drawingml/2006/main" noGrp="1"/>
          </p:cNvSpPr>
          <p:nvPr/>
        </p:nvSpPr>
        <p:spPr>
          <a:xfrm xmlns:a="http://schemas.openxmlformats.org/drawingml/2006/main">
            <a:off x="685800" y="4419600"/>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14" name="">
            <a:extLst xmlns:a="http://schemas.openxmlformats.org/drawingml/2006/main">
              <a:ext uri="{FF2B5EF4-FFF2-40B4-BE49-F238E27FC236}">
                <a16:creationId xmlns:a16="http://schemas.microsoft.com/office/drawing/2014/main" id="{0CBE3D54-B567-4CDC-8B97-A24E6AEAF735}"/>
              </a:ext>
            </a:extLst>
          </p:cNvPr>
          <p:cNvSpPr>
            <a:spLocks xmlns:a="http://schemas.openxmlformats.org/drawingml/2006/main" noGrp="1"/>
          </p:cNvSpPr>
          <p:nvPr/>
        </p:nvSpPr>
        <p:spPr>
          <a:xfrm xmlns:a="http://schemas.openxmlformats.org/drawingml/2006/main">
            <a:off x="685800" y="4714875"/>
            <a:ext cx="276225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087E82"/>
                </a:solidFill>
                <a:latin typeface="Malgun Gothic"/>
                <a:ea typeface="Malgun Gothic"/>
                <a:cs typeface="Malgun Gothic"/>
              </a:defRPr>
            </a:defPPr>
            <a:lvl1pPr algn="l">
              <a:defRPr sz="2100" b="0">
                <a:solidFill>
                  <a:srgbClr val="087E82"/>
                </a:solidFill>
                <a:latin typeface="Malgun Gothic"/>
                <a:ea typeface="Malgun Gothic"/>
                <a:cs typeface="Malgun Gothic"/>
              </a:defRPr>
            </a:lvl1pPr>
            <a:lvl2pPr algn="l">
              <a:defRPr sz="2100" b="0">
                <a:solidFill>
                  <a:srgbClr val="087E82"/>
                </a:solidFill>
                <a:latin typeface="Malgun Gothic"/>
                <a:ea typeface="Malgun Gothic"/>
                <a:cs typeface="Malgun Gothic"/>
              </a:defRPr>
            </a:lvl2pPr>
            <a:lvl3pPr algn="l">
              <a:defRPr sz="2100" b="0">
                <a:solidFill>
                  <a:srgbClr val="087E82"/>
                </a:solidFill>
                <a:latin typeface="Malgun Gothic"/>
                <a:ea typeface="Malgun Gothic"/>
                <a:cs typeface="Malgun Gothic"/>
              </a:defRPr>
            </a:lvl3pPr>
            <a:lvl4pPr algn="l">
              <a:defRPr sz="2100" b="0">
                <a:solidFill>
                  <a:srgbClr val="087E82"/>
                </a:solidFill>
                <a:latin typeface="Malgun Gothic"/>
                <a:ea typeface="Malgun Gothic"/>
                <a:cs typeface="Malgun Gothic"/>
              </a:defRPr>
            </a:lvl4pPr>
            <a:lvl5pPr algn="l">
              <a:defRPr sz="2100" b="0">
                <a:solidFill>
                  <a:srgbClr val="087E82"/>
                </a:solidFill>
                <a:latin typeface="Malgun Gothic"/>
                <a:ea typeface="Malgun Gothic"/>
                <a:cs typeface="Malgun Gothic"/>
              </a:defRPr>
            </a:lvl5pPr>
            <a:lvl6pPr algn="l">
              <a:defRPr sz="2100" b="0">
                <a:solidFill>
                  <a:srgbClr val="087E82"/>
                </a:solidFill>
                <a:latin typeface="Malgun Gothic"/>
                <a:ea typeface="Malgun Gothic"/>
                <a:cs typeface="Malgun Gothic"/>
              </a:defRPr>
            </a:lvl6pPr>
            <a:lvl7pPr algn="l">
              <a:defRPr sz="2100" b="0">
                <a:solidFill>
                  <a:srgbClr val="087E82"/>
                </a:solidFill>
                <a:latin typeface="Malgun Gothic"/>
                <a:ea typeface="Malgun Gothic"/>
                <a:cs typeface="Malgun Gothic"/>
              </a:defRPr>
            </a:lvl7pPr>
            <a:lvl8pPr algn="l">
              <a:defRPr sz="2100" b="0">
                <a:solidFill>
                  <a:srgbClr val="087E82"/>
                </a:solidFill>
                <a:latin typeface="Malgun Gothic"/>
                <a:ea typeface="Malgun Gothic"/>
                <a:cs typeface="Malgun Gothic"/>
              </a:defRPr>
            </a:lvl8pPr>
            <a:lvl9pPr algn="l">
              <a:defRPr sz="2100" b="0">
                <a:solidFill>
                  <a:srgbClr val="087E82"/>
                </a:solidFill>
                <a:latin typeface="Malgun Gothic"/>
                <a:ea typeface="Malgun Gothic"/>
                <a:cs typeface="Malgun Gothic"/>
              </a:defRPr>
            </a:lvl9pPr>
          </a:lstStyle>
          <a:p xmlns:a="http://schemas.openxmlformats.org/drawingml/2006/main">
            <a:pPr algn="l">
              <a:defRPr sz="2100" b="0">
                <a:solidFill>
                  <a:srgbClr val="087E82"/>
                </a:solidFill>
                <a:latin typeface="Malgun Gothic"/>
                <a:ea typeface="Malgun Gothic"/>
                <a:cs typeface="Malgun Gothic"/>
              </a:defRPr>
            </a:pPr>
            <a:r>
              <a:rPr sz="2100" b="0">
                <a:solidFill>
                  <a:srgbClr val="087E82"/>
                </a:solidFill>
                <a:latin typeface="Malgun Gothic"/>
                <a:ea typeface="Malgun Gothic"/>
                <a:cs typeface="Malgun Gothic"/>
              </a:rPr>
              <a:t>공유 tick의 영향</a:t>
            </a:r>
          </a:p>
        </p:txBody>
      </p:sp>
      <p:sp>
        <p:nvSpPr>
          <p:cNvPr id="15" name="">
            <a:extLst xmlns:a="http://schemas.openxmlformats.org/drawingml/2006/main">
              <a:ext uri="{FF2B5EF4-FFF2-40B4-BE49-F238E27FC236}">
                <a16:creationId xmlns:a16="http://schemas.microsoft.com/office/drawing/2014/main" id="{5F611AD9-D785-4075-9BC0-C96F79359B32}"/>
              </a:ext>
            </a:extLst>
          </p:cNvPr>
          <p:cNvSpPr>
            <a:spLocks xmlns:a="http://schemas.openxmlformats.org/drawingml/2006/main" noGrp="1"/>
          </p:cNvSpPr>
          <p:nvPr/>
        </p:nvSpPr>
        <p:spPr>
          <a:xfrm xmlns:a="http://schemas.openxmlformats.org/drawingml/2006/main">
            <a:off x="3810000" y="4676775"/>
            <a:ext cx="7620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모드 진입·재개 직후 첫 증가까지는 0–1초</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정지 애니메이션은 대략 4–5초 뒤 시작</a:t>
            </a:r>
          </a:p>
        </p:txBody>
      </p:sp>
      <p:sp>
        <p:nvSpPr>
          <p:cNvPr id="16" name="">
            <a:extLst xmlns:a="http://schemas.openxmlformats.org/drawingml/2006/main">
              <a:ext uri="{FF2B5EF4-FFF2-40B4-BE49-F238E27FC236}">
                <a16:creationId xmlns:a16="http://schemas.microsoft.com/office/drawing/2014/main" id="{E3D019A7-DF32-4C8A-8E75-475D659369FF}"/>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rollover 조건은 소스에서 확인했다. 기존 TB의 경계값 검증은 추가가 필요하다.</a:t>
            </a:r>
          </a:p>
        </p:txBody>
      </p:sp>
    </p:spTree>
    <p:extLst>
      <p:ext uri="{BB962C8B-B14F-4D97-AF65-F5344CB8AC3E}">
        <p14:creationId xmlns:p14="http://schemas.microsoft.com/office/powerpoint/2010/main" val="1841335079"/>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079923B-0D3C-4B2A-8F83-172A1226425A}"/>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4자리 FND의 스캔 타이밍</a:t>
            </a:r>
          </a:p>
        </p:txBody>
      </p:sp>
      <p:sp>
        <p:nvSpPr>
          <p:cNvPr id="2" name="">
            <a:extLst xmlns:a="http://schemas.openxmlformats.org/drawingml/2006/main">
              <a:ext uri="{FF2B5EF4-FFF2-40B4-BE49-F238E27FC236}">
                <a16:creationId xmlns:a16="http://schemas.microsoft.com/office/drawing/2014/main" id="{4C056D65-AFA0-411D-84DD-265A8CAEF70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5F002D8A-7F18-41B1-9562-572DCC5EAA04}"/>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72EE7A87-347E-4BFB-9A46-E6CDD351ADE5}"/>
              </a:ext>
            </a:extLst>
          </p:cNvPr>
          <p:cNvSpPr>
            <a:spLocks xmlns:a="http://schemas.openxmlformats.org/drawingml/2006/main" noGrp="1"/>
          </p:cNvSpPr>
          <p:nvPr/>
        </p:nvSpPr>
        <p:spPr>
          <a:xfrm xmlns:a="http://schemas.openxmlformats.org/drawingml/2006/main">
            <a:off x="3048000" y="1676400"/>
            <a:ext cx="19526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626B69"/>
                </a:solidFill>
                <a:latin typeface="Malgun Gothic"/>
                <a:ea typeface="Malgun Gothic"/>
                <a:cs typeface="Malgun Gothic"/>
              </a:defRPr>
            </a:defPPr>
            <a:lvl1pPr algn="ctr">
              <a:defRPr sz="1875" b="0">
                <a:solidFill>
                  <a:srgbClr val="626B69"/>
                </a:solidFill>
                <a:latin typeface="Malgun Gothic"/>
                <a:ea typeface="Malgun Gothic"/>
                <a:cs typeface="Malgun Gothic"/>
              </a:defRPr>
            </a:lvl1pPr>
            <a:lvl2pPr algn="ctr">
              <a:defRPr sz="1875" b="0">
                <a:solidFill>
                  <a:srgbClr val="626B69"/>
                </a:solidFill>
                <a:latin typeface="Malgun Gothic"/>
                <a:ea typeface="Malgun Gothic"/>
                <a:cs typeface="Malgun Gothic"/>
              </a:defRPr>
            </a:lvl2pPr>
            <a:lvl3pPr algn="ctr">
              <a:defRPr sz="1875" b="0">
                <a:solidFill>
                  <a:srgbClr val="626B69"/>
                </a:solidFill>
                <a:latin typeface="Malgun Gothic"/>
                <a:ea typeface="Malgun Gothic"/>
                <a:cs typeface="Malgun Gothic"/>
              </a:defRPr>
            </a:lvl3pPr>
            <a:lvl4pPr algn="ctr">
              <a:defRPr sz="1875" b="0">
                <a:solidFill>
                  <a:srgbClr val="626B69"/>
                </a:solidFill>
                <a:latin typeface="Malgun Gothic"/>
                <a:ea typeface="Malgun Gothic"/>
                <a:cs typeface="Malgun Gothic"/>
              </a:defRPr>
            </a:lvl4pPr>
            <a:lvl5pPr algn="ctr">
              <a:defRPr sz="1875" b="0">
                <a:solidFill>
                  <a:srgbClr val="626B69"/>
                </a:solidFill>
                <a:latin typeface="Malgun Gothic"/>
                <a:ea typeface="Malgun Gothic"/>
                <a:cs typeface="Malgun Gothic"/>
              </a:defRPr>
            </a:lvl5pPr>
            <a:lvl6pPr algn="ctr">
              <a:defRPr sz="1875" b="0">
                <a:solidFill>
                  <a:srgbClr val="626B69"/>
                </a:solidFill>
                <a:latin typeface="Malgun Gothic"/>
                <a:ea typeface="Malgun Gothic"/>
                <a:cs typeface="Malgun Gothic"/>
              </a:defRPr>
            </a:lvl6pPr>
            <a:lvl7pPr algn="ctr">
              <a:defRPr sz="1875" b="0">
                <a:solidFill>
                  <a:srgbClr val="626B69"/>
                </a:solidFill>
                <a:latin typeface="Malgun Gothic"/>
                <a:ea typeface="Malgun Gothic"/>
                <a:cs typeface="Malgun Gothic"/>
              </a:defRPr>
            </a:lvl7pPr>
            <a:lvl8pPr algn="ctr">
              <a:defRPr sz="1875" b="0">
                <a:solidFill>
                  <a:srgbClr val="626B69"/>
                </a:solidFill>
                <a:latin typeface="Malgun Gothic"/>
                <a:ea typeface="Malgun Gothic"/>
                <a:cs typeface="Malgun Gothic"/>
              </a:defRPr>
            </a:lvl8pPr>
            <a:lvl9pPr algn="ctr">
              <a:defRPr sz="1875" b="0">
                <a:solidFill>
                  <a:srgbClr val="626B69"/>
                </a:solidFill>
                <a:latin typeface="Malgun Gothic"/>
                <a:ea typeface="Malgun Gothic"/>
                <a:cs typeface="Malgun Gothic"/>
              </a:defRPr>
            </a:lvl9pPr>
          </a:lstStyle>
          <a:p xmlns:a="http://schemas.openxmlformats.org/drawingml/2006/main">
            <a:pPr algn="ctr">
              <a:defRPr sz="1875" b="0">
                <a:solidFill>
                  <a:srgbClr val="626B69"/>
                </a:solidFill>
                <a:latin typeface="Malgun Gothic"/>
                <a:ea typeface="Malgun Gothic"/>
                <a:cs typeface="Malgun Gothic"/>
              </a:defRPr>
            </a:pPr>
            <a:r>
              <a:rPr sz="1875" b="0">
                <a:solidFill>
                  <a:srgbClr val="626B69"/>
                </a:solidFill>
                <a:latin typeface="Malgun Gothic"/>
                <a:ea typeface="Malgun Gothic"/>
                <a:cs typeface="Malgun Gothic"/>
              </a:rPr>
              <a:t>0–1 ms</a:t>
            </a:r>
          </a:p>
        </p:txBody>
      </p:sp>
      <p:sp>
        <p:nvSpPr>
          <p:cNvPr id="5" name="">
            <a:extLst xmlns:a="http://schemas.openxmlformats.org/drawingml/2006/main">
              <a:ext uri="{FF2B5EF4-FFF2-40B4-BE49-F238E27FC236}">
                <a16:creationId xmlns:a16="http://schemas.microsoft.com/office/drawing/2014/main" id="{1AF664E0-B1FB-4C9F-BE2A-8E74345FF773}"/>
              </a:ext>
            </a:extLst>
          </p:cNvPr>
          <p:cNvSpPr>
            <a:spLocks xmlns:a="http://schemas.openxmlformats.org/drawingml/2006/main" noGrp="1"/>
          </p:cNvSpPr>
          <p:nvPr/>
        </p:nvSpPr>
        <p:spPr>
          <a:xfrm xmlns:a="http://schemas.openxmlformats.org/drawingml/2006/main">
            <a:off x="5000625" y="1676400"/>
            <a:ext cx="19526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626B69"/>
                </a:solidFill>
                <a:latin typeface="Malgun Gothic"/>
                <a:ea typeface="Malgun Gothic"/>
                <a:cs typeface="Malgun Gothic"/>
              </a:defRPr>
            </a:defPPr>
            <a:lvl1pPr algn="ctr">
              <a:defRPr sz="1875" b="0">
                <a:solidFill>
                  <a:srgbClr val="626B69"/>
                </a:solidFill>
                <a:latin typeface="Malgun Gothic"/>
                <a:ea typeface="Malgun Gothic"/>
                <a:cs typeface="Malgun Gothic"/>
              </a:defRPr>
            </a:lvl1pPr>
            <a:lvl2pPr algn="ctr">
              <a:defRPr sz="1875" b="0">
                <a:solidFill>
                  <a:srgbClr val="626B69"/>
                </a:solidFill>
                <a:latin typeface="Malgun Gothic"/>
                <a:ea typeface="Malgun Gothic"/>
                <a:cs typeface="Malgun Gothic"/>
              </a:defRPr>
            </a:lvl2pPr>
            <a:lvl3pPr algn="ctr">
              <a:defRPr sz="1875" b="0">
                <a:solidFill>
                  <a:srgbClr val="626B69"/>
                </a:solidFill>
                <a:latin typeface="Malgun Gothic"/>
                <a:ea typeface="Malgun Gothic"/>
                <a:cs typeface="Malgun Gothic"/>
              </a:defRPr>
            </a:lvl3pPr>
            <a:lvl4pPr algn="ctr">
              <a:defRPr sz="1875" b="0">
                <a:solidFill>
                  <a:srgbClr val="626B69"/>
                </a:solidFill>
                <a:latin typeface="Malgun Gothic"/>
                <a:ea typeface="Malgun Gothic"/>
                <a:cs typeface="Malgun Gothic"/>
              </a:defRPr>
            </a:lvl4pPr>
            <a:lvl5pPr algn="ctr">
              <a:defRPr sz="1875" b="0">
                <a:solidFill>
                  <a:srgbClr val="626B69"/>
                </a:solidFill>
                <a:latin typeface="Malgun Gothic"/>
                <a:ea typeface="Malgun Gothic"/>
                <a:cs typeface="Malgun Gothic"/>
              </a:defRPr>
            </a:lvl5pPr>
            <a:lvl6pPr algn="ctr">
              <a:defRPr sz="1875" b="0">
                <a:solidFill>
                  <a:srgbClr val="626B69"/>
                </a:solidFill>
                <a:latin typeface="Malgun Gothic"/>
                <a:ea typeface="Malgun Gothic"/>
                <a:cs typeface="Malgun Gothic"/>
              </a:defRPr>
            </a:lvl6pPr>
            <a:lvl7pPr algn="ctr">
              <a:defRPr sz="1875" b="0">
                <a:solidFill>
                  <a:srgbClr val="626B69"/>
                </a:solidFill>
                <a:latin typeface="Malgun Gothic"/>
                <a:ea typeface="Malgun Gothic"/>
                <a:cs typeface="Malgun Gothic"/>
              </a:defRPr>
            </a:lvl7pPr>
            <a:lvl8pPr algn="ctr">
              <a:defRPr sz="1875" b="0">
                <a:solidFill>
                  <a:srgbClr val="626B69"/>
                </a:solidFill>
                <a:latin typeface="Malgun Gothic"/>
                <a:ea typeface="Malgun Gothic"/>
                <a:cs typeface="Malgun Gothic"/>
              </a:defRPr>
            </a:lvl8pPr>
            <a:lvl9pPr algn="ctr">
              <a:defRPr sz="1875" b="0">
                <a:solidFill>
                  <a:srgbClr val="626B69"/>
                </a:solidFill>
                <a:latin typeface="Malgun Gothic"/>
                <a:ea typeface="Malgun Gothic"/>
                <a:cs typeface="Malgun Gothic"/>
              </a:defRPr>
            </a:lvl9pPr>
          </a:lstStyle>
          <a:p xmlns:a="http://schemas.openxmlformats.org/drawingml/2006/main">
            <a:pPr algn="ctr">
              <a:defRPr sz="1875" b="0">
                <a:solidFill>
                  <a:srgbClr val="626B69"/>
                </a:solidFill>
                <a:latin typeface="Malgun Gothic"/>
                <a:ea typeface="Malgun Gothic"/>
                <a:cs typeface="Malgun Gothic"/>
              </a:defRPr>
            </a:pPr>
            <a:r>
              <a:rPr sz="1875" b="0">
                <a:solidFill>
                  <a:srgbClr val="626B69"/>
                </a:solidFill>
                <a:latin typeface="Malgun Gothic"/>
                <a:ea typeface="Malgun Gothic"/>
                <a:cs typeface="Malgun Gothic"/>
              </a:rPr>
              <a:t>1–2 ms</a:t>
            </a:r>
          </a:p>
        </p:txBody>
      </p:sp>
      <p:sp>
        <p:nvSpPr>
          <p:cNvPr id="6" name="">
            <a:extLst xmlns:a="http://schemas.openxmlformats.org/drawingml/2006/main">
              <a:ext uri="{FF2B5EF4-FFF2-40B4-BE49-F238E27FC236}">
                <a16:creationId xmlns:a16="http://schemas.microsoft.com/office/drawing/2014/main" id="{3ED8E5B8-FFE5-47D3-B77A-95EE62839AEF}"/>
              </a:ext>
            </a:extLst>
          </p:cNvPr>
          <p:cNvSpPr>
            <a:spLocks xmlns:a="http://schemas.openxmlformats.org/drawingml/2006/main" noGrp="1"/>
          </p:cNvSpPr>
          <p:nvPr/>
        </p:nvSpPr>
        <p:spPr>
          <a:xfrm xmlns:a="http://schemas.openxmlformats.org/drawingml/2006/main">
            <a:off x="6953250" y="1676400"/>
            <a:ext cx="19526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626B69"/>
                </a:solidFill>
                <a:latin typeface="Malgun Gothic"/>
                <a:ea typeface="Malgun Gothic"/>
                <a:cs typeface="Malgun Gothic"/>
              </a:defRPr>
            </a:defPPr>
            <a:lvl1pPr algn="ctr">
              <a:defRPr sz="1875" b="0">
                <a:solidFill>
                  <a:srgbClr val="626B69"/>
                </a:solidFill>
                <a:latin typeface="Malgun Gothic"/>
                <a:ea typeface="Malgun Gothic"/>
                <a:cs typeface="Malgun Gothic"/>
              </a:defRPr>
            </a:lvl1pPr>
            <a:lvl2pPr algn="ctr">
              <a:defRPr sz="1875" b="0">
                <a:solidFill>
                  <a:srgbClr val="626B69"/>
                </a:solidFill>
                <a:latin typeface="Malgun Gothic"/>
                <a:ea typeface="Malgun Gothic"/>
                <a:cs typeface="Malgun Gothic"/>
              </a:defRPr>
            </a:lvl2pPr>
            <a:lvl3pPr algn="ctr">
              <a:defRPr sz="1875" b="0">
                <a:solidFill>
                  <a:srgbClr val="626B69"/>
                </a:solidFill>
                <a:latin typeface="Malgun Gothic"/>
                <a:ea typeface="Malgun Gothic"/>
                <a:cs typeface="Malgun Gothic"/>
              </a:defRPr>
            </a:lvl3pPr>
            <a:lvl4pPr algn="ctr">
              <a:defRPr sz="1875" b="0">
                <a:solidFill>
                  <a:srgbClr val="626B69"/>
                </a:solidFill>
                <a:latin typeface="Malgun Gothic"/>
                <a:ea typeface="Malgun Gothic"/>
                <a:cs typeface="Malgun Gothic"/>
              </a:defRPr>
            </a:lvl4pPr>
            <a:lvl5pPr algn="ctr">
              <a:defRPr sz="1875" b="0">
                <a:solidFill>
                  <a:srgbClr val="626B69"/>
                </a:solidFill>
                <a:latin typeface="Malgun Gothic"/>
                <a:ea typeface="Malgun Gothic"/>
                <a:cs typeface="Malgun Gothic"/>
              </a:defRPr>
            </a:lvl5pPr>
            <a:lvl6pPr algn="ctr">
              <a:defRPr sz="1875" b="0">
                <a:solidFill>
                  <a:srgbClr val="626B69"/>
                </a:solidFill>
                <a:latin typeface="Malgun Gothic"/>
                <a:ea typeface="Malgun Gothic"/>
                <a:cs typeface="Malgun Gothic"/>
              </a:defRPr>
            </a:lvl6pPr>
            <a:lvl7pPr algn="ctr">
              <a:defRPr sz="1875" b="0">
                <a:solidFill>
                  <a:srgbClr val="626B69"/>
                </a:solidFill>
                <a:latin typeface="Malgun Gothic"/>
                <a:ea typeface="Malgun Gothic"/>
                <a:cs typeface="Malgun Gothic"/>
              </a:defRPr>
            </a:lvl7pPr>
            <a:lvl8pPr algn="ctr">
              <a:defRPr sz="1875" b="0">
                <a:solidFill>
                  <a:srgbClr val="626B69"/>
                </a:solidFill>
                <a:latin typeface="Malgun Gothic"/>
                <a:ea typeface="Malgun Gothic"/>
                <a:cs typeface="Malgun Gothic"/>
              </a:defRPr>
            </a:lvl8pPr>
            <a:lvl9pPr algn="ctr">
              <a:defRPr sz="1875" b="0">
                <a:solidFill>
                  <a:srgbClr val="626B69"/>
                </a:solidFill>
                <a:latin typeface="Malgun Gothic"/>
                <a:ea typeface="Malgun Gothic"/>
                <a:cs typeface="Malgun Gothic"/>
              </a:defRPr>
            </a:lvl9pPr>
          </a:lstStyle>
          <a:p xmlns:a="http://schemas.openxmlformats.org/drawingml/2006/main">
            <a:pPr algn="ctr">
              <a:defRPr sz="1875" b="0">
                <a:solidFill>
                  <a:srgbClr val="626B69"/>
                </a:solidFill>
                <a:latin typeface="Malgun Gothic"/>
                <a:ea typeface="Malgun Gothic"/>
                <a:cs typeface="Malgun Gothic"/>
              </a:defRPr>
            </a:pPr>
            <a:r>
              <a:rPr sz="1875" b="0">
                <a:solidFill>
                  <a:srgbClr val="626B69"/>
                </a:solidFill>
                <a:latin typeface="Malgun Gothic"/>
                <a:ea typeface="Malgun Gothic"/>
                <a:cs typeface="Malgun Gothic"/>
              </a:rPr>
              <a:t>2–3 ms</a:t>
            </a:r>
          </a:p>
        </p:txBody>
      </p:sp>
      <p:sp>
        <p:nvSpPr>
          <p:cNvPr id="7" name="">
            <a:extLst xmlns:a="http://schemas.openxmlformats.org/drawingml/2006/main">
              <a:ext uri="{FF2B5EF4-FFF2-40B4-BE49-F238E27FC236}">
                <a16:creationId xmlns:a16="http://schemas.microsoft.com/office/drawing/2014/main" id="{1BF5379D-6978-442B-A90E-017258D665C1}"/>
              </a:ext>
            </a:extLst>
          </p:cNvPr>
          <p:cNvSpPr>
            <a:spLocks xmlns:a="http://schemas.openxmlformats.org/drawingml/2006/main" noGrp="1"/>
          </p:cNvSpPr>
          <p:nvPr/>
        </p:nvSpPr>
        <p:spPr>
          <a:xfrm xmlns:a="http://schemas.openxmlformats.org/drawingml/2006/main">
            <a:off x="8905875" y="1676400"/>
            <a:ext cx="1952625"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626B69"/>
                </a:solidFill>
                <a:latin typeface="Malgun Gothic"/>
                <a:ea typeface="Malgun Gothic"/>
                <a:cs typeface="Malgun Gothic"/>
              </a:defRPr>
            </a:defPPr>
            <a:lvl1pPr algn="ctr">
              <a:defRPr sz="1875" b="0">
                <a:solidFill>
                  <a:srgbClr val="626B69"/>
                </a:solidFill>
                <a:latin typeface="Malgun Gothic"/>
                <a:ea typeface="Malgun Gothic"/>
                <a:cs typeface="Malgun Gothic"/>
              </a:defRPr>
            </a:lvl1pPr>
            <a:lvl2pPr algn="ctr">
              <a:defRPr sz="1875" b="0">
                <a:solidFill>
                  <a:srgbClr val="626B69"/>
                </a:solidFill>
                <a:latin typeface="Malgun Gothic"/>
                <a:ea typeface="Malgun Gothic"/>
                <a:cs typeface="Malgun Gothic"/>
              </a:defRPr>
            </a:lvl2pPr>
            <a:lvl3pPr algn="ctr">
              <a:defRPr sz="1875" b="0">
                <a:solidFill>
                  <a:srgbClr val="626B69"/>
                </a:solidFill>
                <a:latin typeface="Malgun Gothic"/>
                <a:ea typeface="Malgun Gothic"/>
                <a:cs typeface="Malgun Gothic"/>
              </a:defRPr>
            </a:lvl3pPr>
            <a:lvl4pPr algn="ctr">
              <a:defRPr sz="1875" b="0">
                <a:solidFill>
                  <a:srgbClr val="626B69"/>
                </a:solidFill>
                <a:latin typeface="Malgun Gothic"/>
                <a:ea typeface="Malgun Gothic"/>
                <a:cs typeface="Malgun Gothic"/>
              </a:defRPr>
            </a:lvl4pPr>
            <a:lvl5pPr algn="ctr">
              <a:defRPr sz="1875" b="0">
                <a:solidFill>
                  <a:srgbClr val="626B69"/>
                </a:solidFill>
                <a:latin typeface="Malgun Gothic"/>
                <a:ea typeface="Malgun Gothic"/>
                <a:cs typeface="Malgun Gothic"/>
              </a:defRPr>
            </a:lvl5pPr>
            <a:lvl6pPr algn="ctr">
              <a:defRPr sz="1875" b="0">
                <a:solidFill>
                  <a:srgbClr val="626B69"/>
                </a:solidFill>
                <a:latin typeface="Malgun Gothic"/>
                <a:ea typeface="Malgun Gothic"/>
                <a:cs typeface="Malgun Gothic"/>
              </a:defRPr>
            </a:lvl6pPr>
            <a:lvl7pPr algn="ctr">
              <a:defRPr sz="1875" b="0">
                <a:solidFill>
                  <a:srgbClr val="626B69"/>
                </a:solidFill>
                <a:latin typeface="Malgun Gothic"/>
                <a:ea typeface="Malgun Gothic"/>
                <a:cs typeface="Malgun Gothic"/>
              </a:defRPr>
            </a:lvl7pPr>
            <a:lvl8pPr algn="ctr">
              <a:defRPr sz="1875" b="0">
                <a:solidFill>
                  <a:srgbClr val="626B69"/>
                </a:solidFill>
                <a:latin typeface="Malgun Gothic"/>
                <a:ea typeface="Malgun Gothic"/>
                <a:cs typeface="Malgun Gothic"/>
              </a:defRPr>
            </a:lvl8pPr>
            <a:lvl9pPr algn="ctr">
              <a:defRPr sz="1875" b="0">
                <a:solidFill>
                  <a:srgbClr val="626B69"/>
                </a:solidFill>
                <a:latin typeface="Malgun Gothic"/>
                <a:ea typeface="Malgun Gothic"/>
                <a:cs typeface="Malgun Gothic"/>
              </a:defRPr>
            </a:lvl9pPr>
          </a:lstStyle>
          <a:p xmlns:a="http://schemas.openxmlformats.org/drawingml/2006/main">
            <a:pPr algn="ctr">
              <a:defRPr sz="1875" b="0">
                <a:solidFill>
                  <a:srgbClr val="626B69"/>
                </a:solidFill>
                <a:latin typeface="Malgun Gothic"/>
                <a:ea typeface="Malgun Gothic"/>
                <a:cs typeface="Malgun Gothic"/>
              </a:defRPr>
            </a:pPr>
            <a:r>
              <a:rPr sz="1875" b="0">
                <a:solidFill>
                  <a:srgbClr val="626B69"/>
                </a:solidFill>
                <a:latin typeface="Malgun Gothic"/>
                <a:ea typeface="Malgun Gothic"/>
                <a:cs typeface="Malgun Gothic"/>
              </a:rPr>
              <a:t>3–4 ms</a:t>
            </a:r>
          </a:p>
        </p:txBody>
      </p:sp>
      <p:sp>
        <p:nvSpPr>
          <p:cNvPr id="8" name="">
            <a:extLst xmlns:a="http://schemas.openxmlformats.org/drawingml/2006/main">
              <a:ext uri="{FF2B5EF4-FFF2-40B4-BE49-F238E27FC236}">
                <a16:creationId xmlns:a16="http://schemas.microsoft.com/office/drawing/2014/main" id="{6D33C70E-F6BB-4049-B10B-EF1127F3EE8E}"/>
              </a:ext>
            </a:extLst>
          </p:cNvPr>
          <p:cNvSpPr>
            <a:spLocks xmlns:a="http://schemas.openxmlformats.org/drawingml/2006/main" noGrp="1"/>
          </p:cNvSpPr>
          <p:nvPr/>
        </p:nvSpPr>
        <p:spPr>
          <a:xfrm xmlns:a="http://schemas.openxmlformats.org/drawingml/2006/main">
            <a:off x="685800" y="2390775"/>
            <a:ext cx="2095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초 1자리</a:t>
            </a:r>
          </a:p>
        </p:txBody>
      </p:sp>
      <p:sp>
        <p:nvSpPr>
          <p:cNvPr id="9" name="">
            <a:extLst xmlns:a="http://schemas.openxmlformats.org/drawingml/2006/main">
              <a:ext uri="{FF2B5EF4-FFF2-40B4-BE49-F238E27FC236}">
                <a16:creationId xmlns:a16="http://schemas.microsoft.com/office/drawing/2014/main" id="{1FCDAC24-2129-48EA-ADFF-692A746A6484}"/>
              </a:ext>
            </a:extLst>
          </p:cNvPr>
          <p:cNvSpPr>
            <a:spLocks xmlns:a="http://schemas.openxmlformats.org/drawingml/2006/main" noGrp="1"/>
          </p:cNvSpPr>
          <p:nvPr/>
        </p:nvSpPr>
        <p:spPr>
          <a:xfrm xmlns:a="http://schemas.openxmlformats.org/drawingml/2006/main">
            <a:off x="3048000" y="2371725"/>
            <a:ext cx="1876425" cy="419100"/>
          </a:xfrm>
          <a:prstGeom xmlns:a="http://schemas.openxmlformats.org/drawingml/2006/main" prst="rect">
            <a:avLst/>
          </a:prstGeom>
          <a:solidFill xmlns:a="http://schemas.openxmlformats.org/drawingml/2006/main">
            <a:srgbClr val="087E82"/>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95516DF7-CB9B-4F9D-9838-30A4BD7EFB3F}"/>
              </a:ext>
            </a:extLst>
          </p:cNvPr>
          <p:cNvSpPr>
            <a:spLocks xmlns:a="http://schemas.openxmlformats.org/drawingml/2006/main" noGrp="1"/>
          </p:cNvSpPr>
          <p:nvPr/>
        </p:nvSpPr>
        <p:spPr>
          <a:xfrm xmlns:a="http://schemas.openxmlformats.org/drawingml/2006/main">
            <a:off x="5000625" y="23717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38EEB217-A0E8-4D40-AF95-77FC1F6F23EA}"/>
              </a:ext>
            </a:extLst>
          </p:cNvPr>
          <p:cNvSpPr>
            <a:spLocks xmlns:a="http://schemas.openxmlformats.org/drawingml/2006/main" noGrp="1"/>
          </p:cNvSpPr>
          <p:nvPr/>
        </p:nvSpPr>
        <p:spPr>
          <a:xfrm xmlns:a="http://schemas.openxmlformats.org/drawingml/2006/main">
            <a:off x="6953250" y="23717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C30D1C14-BAF3-47A1-B38E-C56997457FFF}"/>
              </a:ext>
            </a:extLst>
          </p:cNvPr>
          <p:cNvSpPr>
            <a:spLocks xmlns:a="http://schemas.openxmlformats.org/drawingml/2006/main" noGrp="1"/>
          </p:cNvSpPr>
          <p:nvPr/>
        </p:nvSpPr>
        <p:spPr>
          <a:xfrm xmlns:a="http://schemas.openxmlformats.org/drawingml/2006/main">
            <a:off x="8905875" y="23717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2024366D-AFB0-4552-83DB-A5EFEC03751C}"/>
              </a:ext>
            </a:extLst>
          </p:cNvPr>
          <p:cNvSpPr>
            <a:spLocks xmlns:a="http://schemas.openxmlformats.org/drawingml/2006/main" noGrp="1"/>
          </p:cNvSpPr>
          <p:nvPr/>
        </p:nvSpPr>
        <p:spPr>
          <a:xfrm xmlns:a="http://schemas.openxmlformats.org/drawingml/2006/main">
            <a:off x="685800" y="3019425"/>
            <a:ext cx="2095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초 10자리</a:t>
            </a:r>
          </a:p>
        </p:txBody>
      </p:sp>
      <p:sp>
        <p:nvSpPr>
          <p:cNvPr id="14" name="">
            <a:extLst xmlns:a="http://schemas.openxmlformats.org/drawingml/2006/main">
              <a:ext uri="{FF2B5EF4-FFF2-40B4-BE49-F238E27FC236}">
                <a16:creationId xmlns:a16="http://schemas.microsoft.com/office/drawing/2014/main" id="{3C4CBA3E-E039-4CC8-8873-4E881063918E}"/>
              </a:ext>
            </a:extLst>
          </p:cNvPr>
          <p:cNvSpPr>
            <a:spLocks xmlns:a="http://schemas.openxmlformats.org/drawingml/2006/main" noGrp="1"/>
          </p:cNvSpPr>
          <p:nvPr/>
        </p:nvSpPr>
        <p:spPr>
          <a:xfrm xmlns:a="http://schemas.openxmlformats.org/drawingml/2006/main">
            <a:off x="3048000" y="30003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19277438-0807-419F-926D-5E3402BE2725}"/>
              </a:ext>
            </a:extLst>
          </p:cNvPr>
          <p:cNvSpPr>
            <a:spLocks xmlns:a="http://schemas.openxmlformats.org/drawingml/2006/main" noGrp="1"/>
          </p:cNvSpPr>
          <p:nvPr/>
        </p:nvSpPr>
        <p:spPr>
          <a:xfrm xmlns:a="http://schemas.openxmlformats.org/drawingml/2006/main">
            <a:off x="5000625" y="3000375"/>
            <a:ext cx="1876425" cy="419100"/>
          </a:xfrm>
          <a:prstGeom xmlns:a="http://schemas.openxmlformats.org/drawingml/2006/main" prst="rect">
            <a:avLst/>
          </a:prstGeom>
          <a:solidFill xmlns:a="http://schemas.openxmlformats.org/drawingml/2006/main">
            <a:srgbClr val="087E82"/>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B18F248E-47E5-42A6-8ACA-15BEADE902BB}"/>
              </a:ext>
            </a:extLst>
          </p:cNvPr>
          <p:cNvSpPr>
            <a:spLocks xmlns:a="http://schemas.openxmlformats.org/drawingml/2006/main" noGrp="1"/>
          </p:cNvSpPr>
          <p:nvPr/>
        </p:nvSpPr>
        <p:spPr>
          <a:xfrm xmlns:a="http://schemas.openxmlformats.org/drawingml/2006/main">
            <a:off x="6953250" y="30003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7" name="">
            <a:extLst xmlns:a="http://schemas.openxmlformats.org/drawingml/2006/main">
              <a:ext uri="{FF2B5EF4-FFF2-40B4-BE49-F238E27FC236}">
                <a16:creationId xmlns:a16="http://schemas.microsoft.com/office/drawing/2014/main" id="{07613BD0-7665-4D7C-B577-1231EF4D93DC}"/>
              </a:ext>
            </a:extLst>
          </p:cNvPr>
          <p:cNvSpPr>
            <a:spLocks xmlns:a="http://schemas.openxmlformats.org/drawingml/2006/main" noGrp="1"/>
          </p:cNvSpPr>
          <p:nvPr/>
        </p:nvSpPr>
        <p:spPr>
          <a:xfrm xmlns:a="http://schemas.openxmlformats.org/drawingml/2006/main">
            <a:off x="8905875" y="30003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B527FA80-0A23-4C9C-90A7-57C328702261}"/>
              </a:ext>
            </a:extLst>
          </p:cNvPr>
          <p:cNvSpPr>
            <a:spLocks xmlns:a="http://schemas.openxmlformats.org/drawingml/2006/main" noGrp="1"/>
          </p:cNvSpPr>
          <p:nvPr/>
        </p:nvSpPr>
        <p:spPr>
          <a:xfrm xmlns:a="http://schemas.openxmlformats.org/drawingml/2006/main">
            <a:off x="685800" y="3648075"/>
            <a:ext cx="2095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분 1자리</a:t>
            </a:r>
          </a:p>
        </p:txBody>
      </p:sp>
      <p:sp>
        <p:nvSpPr>
          <p:cNvPr id="19" name="">
            <a:extLst xmlns:a="http://schemas.openxmlformats.org/drawingml/2006/main">
              <a:ext uri="{FF2B5EF4-FFF2-40B4-BE49-F238E27FC236}">
                <a16:creationId xmlns:a16="http://schemas.microsoft.com/office/drawing/2014/main" id="{F7FB7D2C-E501-485F-AE66-F31972B86DEB}"/>
              </a:ext>
            </a:extLst>
          </p:cNvPr>
          <p:cNvSpPr>
            <a:spLocks xmlns:a="http://schemas.openxmlformats.org/drawingml/2006/main" noGrp="1"/>
          </p:cNvSpPr>
          <p:nvPr/>
        </p:nvSpPr>
        <p:spPr>
          <a:xfrm xmlns:a="http://schemas.openxmlformats.org/drawingml/2006/main">
            <a:off x="3048000" y="36290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DAB06068-3216-49A6-AE85-D5F1947A2C8A}"/>
              </a:ext>
            </a:extLst>
          </p:cNvPr>
          <p:cNvSpPr>
            <a:spLocks xmlns:a="http://schemas.openxmlformats.org/drawingml/2006/main" noGrp="1"/>
          </p:cNvSpPr>
          <p:nvPr/>
        </p:nvSpPr>
        <p:spPr>
          <a:xfrm xmlns:a="http://schemas.openxmlformats.org/drawingml/2006/main">
            <a:off x="5000625" y="36290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87825477-5969-4B7D-A114-1E8CA25654CA}"/>
              </a:ext>
            </a:extLst>
          </p:cNvPr>
          <p:cNvSpPr>
            <a:spLocks xmlns:a="http://schemas.openxmlformats.org/drawingml/2006/main" noGrp="1"/>
          </p:cNvSpPr>
          <p:nvPr/>
        </p:nvSpPr>
        <p:spPr>
          <a:xfrm xmlns:a="http://schemas.openxmlformats.org/drawingml/2006/main">
            <a:off x="6953250" y="3629025"/>
            <a:ext cx="1876425" cy="419100"/>
          </a:xfrm>
          <a:prstGeom xmlns:a="http://schemas.openxmlformats.org/drawingml/2006/main" prst="rect">
            <a:avLst/>
          </a:prstGeom>
          <a:solidFill xmlns:a="http://schemas.openxmlformats.org/drawingml/2006/main">
            <a:srgbClr val="087E82"/>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4813036E-E650-4A8C-81D9-1B62940C8C7D}"/>
              </a:ext>
            </a:extLst>
          </p:cNvPr>
          <p:cNvSpPr>
            <a:spLocks xmlns:a="http://schemas.openxmlformats.org/drawingml/2006/main" noGrp="1"/>
          </p:cNvSpPr>
          <p:nvPr/>
        </p:nvSpPr>
        <p:spPr>
          <a:xfrm xmlns:a="http://schemas.openxmlformats.org/drawingml/2006/main">
            <a:off x="8905875" y="362902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3" name="">
            <a:extLst xmlns:a="http://schemas.openxmlformats.org/drawingml/2006/main">
              <a:ext uri="{FF2B5EF4-FFF2-40B4-BE49-F238E27FC236}">
                <a16:creationId xmlns:a16="http://schemas.microsoft.com/office/drawing/2014/main" id="{E5A7EA04-E8FF-4909-AF6E-3245F76EB0C1}"/>
              </a:ext>
            </a:extLst>
          </p:cNvPr>
          <p:cNvSpPr>
            <a:spLocks xmlns:a="http://schemas.openxmlformats.org/drawingml/2006/main" noGrp="1"/>
          </p:cNvSpPr>
          <p:nvPr/>
        </p:nvSpPr>
        <p:spPr>
          <a:xfrm xmlns:a="http://schemas.openxmlformats.org/drawingml/2006/main">
            <a:off x="685800" y="4276725"/>
            <a:ext cx="2095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분 10자리</a:t>
            </a:r>
          </a:p>
        </p:txBody>
      </p:sp>
      <p:sp>
        <p:nvSpPr>
          <p:cNvPr id="24" name="">
            <a:extLst xmlns:a="http://schemas.openxmlformats.org/drawingml/2006/main">
              <a:ext uri="{FF2B5EF4-FFF2-40B4-BE49-F238E27FC236}">
                <a16:creationId xmlns:a16="http://schemas.microsoft.com/office/drawing/2014/main" id="{AEC1BD8A-F5ED-4C4A-BC11-1254AFD10785}"/>
              </a:ext>
            </a:extLst>
          </p:cNvPr>
          <p:cNvSpPr>
            <a:spLocks xmlns:a="http://schemas.openxmlformats.org/drawingml/2006/main" noGrp="1"/>
          </p:cNvSpPr>
          <p:nvPr/>
        </p:nvSpPr>
        <p:spPr>
          <a:xfrm xmlns:a="http://schemas.openxmlformats.org/drawingml/2006/main">
            <a:off x="3048000" y="42576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5" name="">
            <a:extLst xmlns:a="http://schemas.openxmlformats.org/drawingml/2006/main">
              <a:ext uri="{FF2B5EF4-FFF2-40B4-BE49-F238E27FC236}">
                <a16:creationId xmlns:a16="http://schemas.microsoft.com/office/drawing/2014/main" id="{920BC702-BE02-4195-83B2-C561196A8D69}"/>
              </a:ext>
            </a:extLst>
          </p:cNvPr>
          <p:cNvSpPr>
            <a:spLocks xmlns:a="http://schemas.openxmlformats.org/drawingml/2006/main" noGrp="1"/>
          </p:cNvSpPr>
          <p:nvPr/>
        </p:nvSpPr>
        <p:spPr>
          <a:xfrm xmlns:a="http://schemas.openxmlformats.org/drawingml/2006/main">
            <a:off x="5000625" y="42576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6" name="">
            <a:extLst xmlns:a="http://schemas.openxmlformats.org/drawingml/2006/main">
              <a:ext uri="{FF2B5EF4-FFF2-40B4-BE49-F238E27FC236}">
                <a16:creationId xmlns:a16="http://schemas.microsoft.com/office/drawing/2014/main" id="{0AA817E1-602B-487B-8BA0-8F975AD3D68B}"/>
              </a:ext>
            </a:extLst>
          </p:cNvPr>
          <p:cNvSpPr>
            <a:spLocks xmlns:a="http://schemas.openxmlformats.org/drawingml/2006/main" noGrp="1"/>
          </p:cNvSpPr>
          <p:nvPr/>
        </p:nvSpPr>
        <p:spPr>
          <a:xfrm xmlns:a="http://schemas.openxmlformats.org/drawingml/2006/main">
            <a:off x="6953250" y="4257675"/>
            <a:ext cx="1876425" cy="419100"/>
          </a:xfrm>
          <a:prstGeom xmlns:a="http://schemas.openxmlformats.org/drawingml/2006/main" prst="rect">
            <a:avLst/>
          </a:prstGeom>
          <a:solidFill xmlns:a="http://schemas.openxmlformats.org/drawingml/2006/main">
            <a:srgbClr val="E4E7E1"/>
          </a:solidFill>
          <a:ln xmlns:a="http://schemas.openxmlformats.org/drawingml/2006/main" w="9525">
            <a:noFill/>
            <a:prstDash val="solid"/>
          </a:ln>
        </p:spPr>
      </p:sp>
      <p:sp>
        <p:nvSpPr>
          <p:cNvPr id="27" name="">
            <a:extLst xmlns:a="http://schemas.openxmlformats.org/drawingml/2006/main">
              <a:ext uri="{FF2B5EF4-FFF2-40B4-BE49-F238E27FC236}">
                <a16:creationId xmlns:a16="http://schemas.microsoft.com/office/drawing/2014/main" id="{A5D0B63F-A393-462A-88F7-2A9CE2ACACF7}"/>
              </a:ext>
            </a:extLst>
          </p:cNvPr>
          <p:cNvSpPr>
            <a:spLocks xmlns:a="http://schemas.openxmlformats.org/drawingml/2006/main" noGrp="1"/>
          </p:cNvSpPr>
          <p:nvPr/>
        </p:nvSpPr>
        <p:spPr>
          <a:xfrm xmlns:a="http://schemas.openxmlformats.org/drawingml/2006/main">
            <a:off x="8905875" y="4257675"/>
            <a:ext cx="1876425" cy="419100"/>
          </a:xfrm>
          <a:prstGeom xmlns:a="http://schemas.openxmlformats.org/drawingml/2006/main" prst="rect">
            <a:avLst/>
          </a:prstGeom>
          <a:solidFill xmlns:a="http://schemas.openxmlformats.org/drawingml/2006/main">
            <a:srgbClr val="087E82"/>
          </a:solidFill>
          <a:ln xmlns:a="http://schemas.openxmlformats.org/drawingml/2006/main" w="9525">
            <a:noFill/>
            <a:prstDash val="solid"/>
          </a:ln>
        </p:spPr>
      </p:sp>
      <p:sp>
        <p:nvSpPr>
          <p:cNvPr id="28" name="">
            <a:extLst xmlns:a="http://schemas.openxmlformats.org/drawingml/2006/main">
              <a:ext uri="{FF2B5EF4-FFF2-40B4-BE49-F238E27FC236}">
                <a16:creationId xmlns:a16="http://schemas.microsoft.com/office/drawing/2014/main" id="{CF9C5B74-A2E5-450F-B346-35F331E3E723}"/>
              </a:ext>
            </a:extLst>
          </p:cNvPr>
          <p:cNvSpPr>
            <a:spLocks xmlns:a="http://schemas.openxmlformats.org/drawingml/2006/main" noGrp="1"/>
          </p:cNvSpPr>
          <p:nvPr/>
        </p:nvSpPr>
        <p:spPr>
          <a:xfrm xmlns:a="http://schemas.openxmlformats.org/drawingml/2006/main">
            <a:off x="3048000" y="5057775"/>
            <a:ext cx="195262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171B1B"/>
                </a:solidFill>
                <a:latin typeface="Consolas"/>
                <a:ea typeface="Consolas"/>
                <a:cs typeface="Consolas"/>
              </a:defRPr>
            </a:defPPr>
            <a:lvl1pPr algn="ctr">
              <a:defRPr sz="1875" b="0">
                <a:solidFill>
                  <a:srgbClr val="171B1B"/>
                </a:solidFill>
                <a:latin typeface="Consolas"/>
                <a:ea typeface="Consolas"/>
                <a:cs typeface="Consolas"/>
              </a:defRPr>
            </a:lvl1pPr>
            <a:lvl2pPr algn="ctr">
              <a:defRPr sz="1875" b="0">
                <a:solidFill>
                  <a:srgbClr val="171B1B"/>
                </a:solidFill>
                <a:latin typeface="Consolas"/>
                <a:ea typeface="Consolas"/>
                <a:cs typeface="Consolas"/>
              </a:defRPr>
            </a:lvl2pPr>
            <a:lvl3pPr algn="ctr">
              <a:defRPr sz="1875" b="0">
                <a:solidFill>
                  <a:srgbClr val="171B1B"/>
                </a:solidFill>
                <a:latin typeface="Consolas"/>
                <a:ea typeface="Consolas"/>
                <a:cs typeface="Consolas"/>
              </a:defRPr>
            </a:lvl3pPr>
            <a:lvl4pPr algn="ctr">
              <a:defRPr sz="1875" b="0">
                <a:solidFill>
                  <a:srgbClr val="171B1B"/>
                </a:solidFill>
                <a:latin typeface="Consolas"/>
                <a:ea typeface="Consolas"/>
                <a:cs typeface="Consolas"/>
              </a:defRPr>
            </a:lvl4pPr>
            <a:lvl5pPr algn="ctr">
              <a:defRPr sz="1875" b="0">
                <a:solidFill>
                  <a:srgbClr val="171B1B"/>
                </a:solidFill>
                <a:latin typeface="Consolas"/>
                <a:ea typeface="Consolas"/>
                <a:cs typeface="Consolas"/>
              </a:defRPr>
            </a:lvl5pPr>
            <a:lvl6pPr algn="ctr">
              <a:defRPr sz="1875" b="0">
                <a:solidFill>
                  <a:srgbClr val="171B1B"/>
                </a:solidFill>
                <a:latin typeface="Consolas"/>
                <a:ea typeface="Consolas"/>
                <a:cs typeface="Consolas"/>
              </a:defRPr>
            </a:lvl6pPr>
            <a:lvl7pPr algn="ctr">
              <a:defRPr sz="1875" b="0">
                <a:solidFill>
                  <a:srgbClr val="171B1B"/>
                </a:solidFill>
                <a:latin typeface="Consolas"/>
                <a:ea typeface="Consolas"/>
                <a:cs typeface="Consolas"/>
              </a:defRPr>
            </a:lvl7pPr>
            <a:lvl8pPr algn="ctr">
              <a:defRPr sz="1875" b="0">
                <a:solidFill>
                  <a:srgbClr val="171B1B"/>
                </a:solidFill>
                <a:latin typeface="Consolas"/>
                <a:ea typeface="Consolas"/>
                <a:cs typeface="Consolas"/>
              </a:defRPr>
            </a:lvl8pPr>
            <a:lvl9pPr algn="ctr">
              <a:defRPr sz="1875" b="0">
                <a:solidFill>
                  <a:srgbClr val="171B1B"/>
                </a:solidFill>
                <a:latin typeface="Consolas"/>
                <a:ea typeface="Consolas"/>
                <a:cs typeface="Consolas"/>
              </a:defRPr>
            </a:lvl9pPr>
          </a:lstStyle>
          <a:p xmlns:a="http://schemas.openxmlformats.org/drawingml/2006/main">
            <a:pPr algn="ctr">
              <a:defRPr sz="1875" b="0">
                <a:solidFill>
                  <a:srgbClr val="171B1B"/>
                </a:solidFill>
                <a:latin typeface="Consolas"/>
                <a:ea typeface="Consolas"/>
                <a:cs typeface="Consolas"/>
              </a:defRPr>
            </a:pPr>
            <a:r>
              <a:rPr sz="1875" b="0">
                <a:solidFill>
                  <a:srgbClr val="171B1B"/>
                </a:solidFill>
                <a:latin typeface="Consolas"/>
                <a:ea typeface="Consolas"/>
                <a:cs typeface="Consolas"/>
              </a:rPr>
              <a:t>1110</a:t>
            </a:r>
          </a:p>
        </p:txBody>
      </p:sp>
      <p:sp>
        <p:nvSpPr>
          <p:cNvPr id="29" name="">
            <a:extLst xmlns:a="http://schemas.openxmlformats.org/drawingml/2006/main">
              <a:ext uri="{FF2B5EF4-FFF2-40B4-BE49-F238E27FC236}">
                <a16:creationId xmlns:a16="http://schemas.microsoft.com/office/drawing/2014/main" id="{199FF392-5BCB-452C-81C4-AEA6C5A2100E}"/>
              </a:ext>
            </a:extLst>
          </p:cNvPr>
          <p:cNvSpPr>
            <a:spLocks xmlns:a="http://schemas.openxmlformats.org/drawingml/2006/main" noGrp="1"/>
          </p:cNvSpPr>
          <p:nvPr/>
        </p:nvSpPr>
        <p:spPr>
          <a:xfrm xmlns:a="http://schemas.openxmlformats.org/drawingml/2006/main">
            <a:off x="5000625" y="5057775"/>
            <a:ext cx="195262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171B1B"/>
                </a:solidFill>
                <a:latin typeface="Consolas"/>
                <a:ea typeface="Consolas"/>
                <a:cs typeface="Consolas"/>
              </a:defRPr>
            </a:defPPr>
            <a:lvl1pPr algn="ctr">
              <a:defRPr sz="1875" b="0">
                <a:solidFill>
                  <a:srgbClr val="171B1B"/>
                </a:solidFill>
                <a:latin typeface="Consolas"/>
                <a:ea typeface="Consolas"/>
                <a:cs typeface="Consolas"/>
              </a:defRPr>
            </a:lvl1pPr>
            <a:lvl2pPr algn="ctr">
              <a:defRPr sz="1875" b="0">
                <a:solidFill>
                  <a:srgbClr val="171B1B"/>
                </a:solidFill>
                <a:latin typeface="Consolas"/>
                <a:ea typeface="Consolas"/>
                <a:cs typeface="Consolas"/>
              </a:defRPr>
            </a:lvl2pPr>
            <a:lvl3pPr algn="ctr">
              <a:defRPr sz="1875" b="0">
                <a:solidFill>
                  <a:srgbClr val="171B1B"/>
                </a:solidFill>
                <a:latin typeface="Consolas"/>
                <a:ea typeface="Consolas"/>
                <a:cs typeface="Consolas"/>
              </a:defRPr>
            </a:lvl3pPr>
            <a:lvl4pPr algn="ctr">
              <a:defRPr sz="1875" b="0">
                <a:solidFill>
                  <a:srgbClr val="171B1B"/>
                </a:solidFill>
                <a:latin typeface="Consolas"/>
                <a:ea typeface="Consolas"/>
                <a:cs typeface="Consolas"/>
              </a:defRPr>
            </a:lvl4pPr>
            <a:lvl5pPr algn="ctr">
              <a:defRPr sz="1875" b="0">
                <a:solidFill>
                  <a:srgbClr val="171B1B"/>
                </a:solidFill>
                <a:latin typeface="Consolas"/>
                <a:ea typeface="Consolas"/>
                <a:cs typeface="Consolas"/>
              </a:defRPr>
            </a:lvl5pPr>
            <a:lvl6pPr algn="ctr">
              <a:defRPr sz="1875" b="0">
                <a:solidFill>
                  <a:srgbClr val="171B1B"/>
                </a:solidFill>
                <a:latin typeface="Consolas"/>
                <a:ea typeface="Consolas"/>
                <a:cs typeface="Consolas"/>
              </a:defRPr>
            </a:lvl6pPr>
            <a:lvl7pPr algn="ctr">
              <a:defRPr sz="1875" b="0">
                <a:solidFill>
                  <a:srgbClr val="171B1B"/>
                </a:solidFill>
                <a:latin typeface="Consolas"/>
                <a:ea typeface="Consolas"/>
                <a:cs typeface="Consolas"/>
              </a:defRPr>
            </a:lvl7pPr>
            <a:lvl8pPr algn="ctr">
              <a:defRPr sz="1875" b="0">
                <a:solidFill>
                  <a:srgbClr val="171B1B"/>
                </a:solidFill>
                <a:latin typeface="Consolas"/>
                <a:ea typeface="Consolas"/>
                <a:cs typeface="Consolas"/>
              </a:defRPr>
            </a:lvl8pPr>
            <a:lvl9pPr algn="ctr">
              <a:defRPr sz="1875" b="0">
                <a:solidFill>
                  <a:srgbClr val="171B1B"/>
                </a:solidFill>
                <a:latin typeface="Consolas"/>
                <a:ea typeface="Consolas"/>
                <a:cs typeface="Consolas"/>
              </a:defRPr>
            </a:lvl9pPr>
          </a:lstStyle>
          <a:p xmlns:a="http://schemas.openxmlformats.org/drawingml/2006/main">
            <a:pPr algn="ctr">
              <a:defRPr sz="1875" b="0">
                <a:solidFill>
                  <a:srgbClr val="171B1B"/>
                </a:solidFill>
                <a:latin typeface="Consolas"/>
                <a:ea typeface="Consolas"/>
                <a:cs typeface="Consolas"/>
              </a:defRPr>
            </a:pPr>
            <a:r>
              <a:rPr sz="1875" b="0">
                <a:solidFill>
                  <a:srgbClr val="171B1B"/>
                </a:solidFill>
                <a:latin typeface="Consolas"/>
                <a:ea typeface="Consolas"/>
                <a:cs typeface="Consolas"/>
              </a:rPr>
              <a:t>1101</a:t>
            </a:r>
          </a:p>
        </p:txBody>
      </p:sp>
      <p:sp>
        <p:nvSpPr>
          <p:cNvPr id="30" name="">
            <a:extLst xmlns:a="http://schemas.openxmlformats.org/drawingml/2006/main">
              <a:ext uri="{FF2B5EF4-FFF2-40B4-BE49-F238E27FC236}">
                <a16:creationId xmlns:a16="http://schemas.microsoft.com/office/drawing/2014/main" id="{24F443E6-65FC-4848-BD68-3E9EE93A9003}"/>
              </a:ext>
            </a:extLst>
          </p:cNvPr>
          <p:cNvSpPr>
            <a:spLocks xmlns:a="http://schemas.openxmlformats.org/drawingml/2006/main" noGrp="1"/>
          </p:cNvSpPr>
          <p:nvPr/>
        </p:nvSpPr>
        <p:spPr>
          <a:xfrm xmlns:a="http://schemas.openxmlformats.org/drawingml/2006/main">
            <a:off x="6953250" y="5057775"/>
            <a:ext cx="195262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171B1B"/>
                </a:solidFill>
                <a:latin typeface="Consolas"/>
                <a:ea typeface="Consolas"/>
                <a:cs typeface="Consolas"/>
              </a:defRPr>
            </a:defPPr>
            <a:lvl1pPr algn="ctr">
              <a:defRPr sz="1875" b="0">
                <a:solidFill>
                  <a:srgbClr val="171B1B"/>
                </a:solidFill>
                <a:latin typeface="Consolas"/>
                <a:ea typeface="Consolas"/>
                <a:cs typeface="Consolas"/>
              </a:defRPr>
            </a:lvl1pPr>
            <a:lvl2pPr algn="ctr">
              <a:defRPr sz="1875" b="0">
                <a:solidFill>
                  <a:srgbClr val="171B1B"/>
                </a:solidFill>
                <a:latin typeface="Consolas"/>
                <a:ea typeface="Consolas"/>
                <a:cs typeface="Consolas"/>
              </a:defRPr>
            </a:lvl2pPr>
            <a:lvl3pPr algn="ctr">
              <a:defRPr sz="1875" b="0">
                <a:solidFill>
                  <a:srgbClr val="171B1B"/>
                </a:solidFill>
                <a:latin typeface="Consolas"/>
                <a:ea typeface="Consolas"/>
                <a:cs typeface="Consolas"/>
              </a:defRPr>
            </a:lvl3pPr>
            <a:lvl4pPr algn="ctr">
              <a:defRPr sz="1875" b="0">
                <a:solidFill>
                  <a:srgbClr val="171B1B"/>
                </a:solidFill>
                <a:latin typeface="Consolas"/>
                <a:ea typeface="Consolas"/>
                <a:cs typeface="Consolas"/>
              </a:defRPr>
            </a:lvl4pPr>
            <a:lvl5pPr algn="ctr">
              <a:defRPr sz="1875" b="0">
                <a:solidFill>
                  <a:srgbClr val="171B1B"/>
                </a:solidFill>
                <a:latin typeface="Consolas"/>
                <a:ea typeface="Consolas"/>
                <a:cs typeface="Consolas"/>
              </a:defRPr>
            </a:lvl5pPr>
            <a:lvl6pPr algn="ctr">
              <a:defRPr sz="1875" b="0">
                <a:solidFill>
                  <a:srgbClr val="171B1B"/>
                </a:solidFill>
                <a:latin typeface="Consolas"/>
                <a:ea typeface="Consolas"/>
                <a:cs typeface="Consolas"/>
              </a:defRPr>
            </a:lvl6pPr>
            <a:lvl7pPr algn="ctr">
              <a:defRPr sz="1875" b="0">
                <a:solidFill>
                  <a:srgbClr val="171B1B"/>
                </a:solidFill>
                <a:latin typeface="Consolas"/>
                <a:ea typeface="Consolas"/>
                <a:cs typeface="Consolas"/>
              </a:defRPr>
            </a:lvl7pPr>
            <a:lvl8pPr algn="ctr">
              <a:defRPr sz="1875" b="0">
                <a:solidFill>
                  <a:srgbClr val="171B1B"/>
                </a:solidFill>
                <a:latin typeface="Consolas"/>
                <a:ea typeface="Consolas"/>
                <a:cs typeface="Consolas"/>
              </a:defRPr>
            </a:lvl8pPr>
            <a:lvl9pPr algn="ctr">
              <a:defRPr sz="1875" b="0">
                <a:solidFill>
                  <a:srgbClr val="171B1B"/>
                </a:solidFill>
                <a:latin typeface="Consolas"/>
                <a:ea typeface="Consolas"/>
                <a:cs typeface="Consolas"/>
              </a:defRPr>
            </a:lvl9pPr>
          </a:lstStyle>
          <a:p xmlns:a="http://schemas.openxmlformats.org/drawingml/2006/main">
            <a:pPr algn="ctr">
              <a:defRPr sz="1875" b="0">
                <a:solidFill>
                  <a:srgbClr val="171B1B"/>
                </a:solidFill>
                <a:latin typeface="Consolas"/>
                <a:ea typeface="Consolas"/>
                <a:cs typeface="Consolas"/>
              </a:defRPr>
            </a:pPr>
            <a:r>
              <a:rPr sz="1875" b="0">
                <a:solidFill>
                  <a:srgbClr val="171B1B"/>
                </a:solidFill>
                <a:latin typeface="Consolas"/>
                <a:ea typeface="Consolas"/>
                <a:cs typeface="Consolas"/>
              </a:rPr>
              <a:t>1011</a:t>
            </a:r>
          </a:p>
        </p:txBody>
      </p:sp>
      <p:sp>
        <p:nvSpPr>
          <p:cNvPr id="31" name="">
            <a:extLst xmlns:a="http://schemas.openxmlformats.org/drawingml/2006/main">
              <a:ext uri="{FF2B5EF4-FFF2-40B4-BE49-F238E27FC236}">
                <a16:creationId xmlns:a16="http://schemas.microsoft.com/office/drawing/2014/main" id="{EB521DB2-BC02-419B-8CF3-B1B06E9A49CC}"/>
              </a:ext>
            </a:extLst>
          </p:cNvPr>
          <p:cNvSpPr>
            <a:spLocks xmlns:a="http://schemas.openxmlformats.org/drawingml/2006/main" noGrp="1"/>
          </p:cNvSpPr>
          <p:nvPr/>
        </p:nvSpPr>
        <p:spPr>
          <a:xfrm xmlns:a="http://schemas.openxmlformats.org/drawingml/2006/main">
            <a:off x="8905875" y="5057775"/>
            <a:ext cx="195262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0">
                <a:solidFill>
                  <a:srgbClr val="171B1B"/>
                </a:solidFill>
                <a:latin typeface="Consolas"/>
                <a:ea typeface="Consolas"/>
                <a:cs typeface="Consolas"/>
              </a:defRPr>
            </a:defPPr>
            <a:lvl1pPr algn="ctr">
              <a:defRPr sz="1875" b="0">
                <a:solidFill>
                  <a:srgbClr val="171B1B"/>
                </a:solidFill>
                <a:latin typeface="Consolas"/>
                <a:ea typeface="Consolas"/>
                <a:cs typeface="Consolas"/>
              </a:defRPr>
            </a:lvl1pPr>
            <a:lvl2pPr algn="ctr">
              <a:defRPr sz="1875" b="0">
                <a:solidFill>
                  <a:srgbClr val="171B1B"/>
                </a:solidFill>
                <a:latin typeface="Consolas"/>
                <a:ea typeface="Consolas"/>
                <a:cs typeface="Consolas"/>
              </a:defRPr>
            </a:lvl2pPr>
            <a:lvl3pPr algn="ctr">
              <a:defRPr sz="1875" b="0">
                <a:solidFill>
                  <a:srgbClr val="171B1B"/>
                </a:solidFill>
                <a:latin typeface="Consolas"/>
                <a:ea typeface="Consolas"/>
                <a:cs typeface="Consolas"/>
              </a:defRPr>
            </a:lvl3pPr>
            <a:lvl4pPr algn="ctr">
              <a:defRPr sz="1875" b="0">
                <a:solidFill>
                  <a:srgbClr val="171B1B"/>
                </a:solidFill>
                <a:latin typeface="Consolas"/>
                <a:ea typeface="Consolas"/>
                <a:cs typeface="Consolas"/>
              </a:defRPr>
            </a:lvl4pPr>
            <a:lvl5pPr algn="ctr">
              <a:defRPr sz="1875" b="0">
                <a:solidFill>
                  <a:srgbClr val="171B1B"/>
                </a:solidFill>
                <a:latin typeface="Consolas"/>
                <a:ea typeface="Consolas"/>
                <a:cs typeface="Consolas"/>
              </a:defRPr>
            </a:lvl5pPr>
            <a:lvl6pPr algn="ctr">
              <a:defRPr sz="1875" b="0">
                <a:solidFill>
                  <a:srgbClr val="171B1B"/>
                </a:solidFill>
                <a:latin typeface="Consolas"/>
                <a:ea typeface="Consolas"/>
                <a:cs typeface="Consolas"/>
              </a:defRPr>
            </a:lvl6pPr>
            <a:lvl7pPr algn="ctr">
              <a:defRPr sz="1875" b="0">
                <a:solidFill>
                  <a:srgbClr val="171B1B"/>
                </a:solidFill>
                <a:latin typeface="Consolas"/>
                <a:ea typeface="Consolas"/>
                <a:cs typeface="Consolas"/>
              </a:defRPr>
            </a:lvl7pPr>
            <a:lvl8pPr algn="ctr">
              <a:defRPr sz="1875" b="0">
                <a:solidFill>
                  <a:srgbClr val="171B1B"/>
                </a:solidFill>
                <a:latin typeface="Consolas"/>
                <a:ea typeface="Consolas"/>
                <a:cs typeface="Consolas"/>
              </a:defRPr>
            </a:lvl8pPr>
            <a:lvl9pPr algn="ctr">
              <a:defRPr sz="1875" b="0">
                <a:solidFill>
                  <a:srgbClr val="171B1B"/>
                </a:solidFill>
                <a:latin typeface="Consolas"/>
                <a:ea typeface="Consolas"/>
                <a:cs typeface="Consolas"/>
              </a:defRPr>
            </a:lvl9pPr>
          </a:lstStyle>
          <a:p xmlns:a="http://schemas.openxmlformats.org/drawingml/2006/main">
            <a:pPr algn="ctr">
              <a:defRPr sz="1875" b="0">
                <a:solidFill>
                  <a:srgbClr val="171B1B"/>
                </a:solidFill>
                <a:latin typeface="Consolas"/>
                <a:ea typeface="Consolas"/>
                <a:cs typeface="Consolas"/>
              </a:defRPr>
            </a:pPr>
            <a:r>
              <a:rPr sz="1875" b="0">
                <a:solidFill>
                  <a:srgbClr val="171B1B"/>
                </a:solidFill>
                <a:latin typeface="Consolas"/>
                <a:ea typeface="Consolas"/>
                <a:cs typeface="Consolas"/>
              </a:rPr>
              <a:t>0111</a:t>
            </a:r>
          </a:p>
        </p:txBody>
      </p:sp>
      <p:sp>
        <p:nvSpPr>
          <p:cNvPr id="32" name="">
            <a:extLst xmlns:a="http://schemas.openxmlformats.org/drawingml/2006/main">
              <a:ext uri="{FF2B5EF4-FFF2-40B4-BE49-F238E27FC236}">
                <a16:creationId xmlns:a16="http://schemas.microsoft.com/office/drawing/2014/main" id="{F09486A1-B334-4349-801E-F00D8FA34603}"/>
              </a:ext>
            </a:extLst>
          </p:cNvPr>
          <p:cNvSpPr>
            <a:spLocks xmlns:a="http://schemas.openxmlformats.org/drawingml/2006/main" noGrp="1"/>
          </p:cNvSpPr>
          <p:nvPr/>
        </p:nvSpPr>
        <p:spPr>
          <a:xfrm xmlns:a="http://schemas.openxmlformats.org/drawingml/2006/main">
            <a:off x="685800" y="5048250"/>
            <a:ext cx="2095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1">
                <a:solidFill>
                  <a:srgbClr val="087E82"/>
                </a:solidFill>
                <a:latin typeface="Malgun Gothic"/>
                <a:ea typeface="Malgun Gothic"/>
                <a:cs typeface="Malgun Gothic"/>
              </a:defRPr>
            </a:defPPr>
            <a:lvl1pPr algn="l">
              <a:defRPr sz="1950" b="1">
                <a:solidFill>
                  <a:srgbClr val="087E82"/>
                </a:solidFill>
                <a:latin typeface="Malgun Gothic"/>
                <a:ea typeface="Malgun Gothic"/>
                <a:cs typeface="Malgun Gothic"/>
              </a:defRPr>
            </a:lvl1pPr>
            <a:lvl2pPr algn="l">
              <a:defRPr sz="1950" b="1">
                <a:solidFill>
                  <a:srgbClr val="087E82"/>
                </a:solidFill>
                <a:latin typeface="Malgun Gothic"/>
                <a:ea typeface="Malgun Gothic"/>
                <a:cs typeface="Malgun Gothic"/>
              </a:defRPr>
            </a:lvl2pPr>
            <a:lvl3pPr algn="l">
              <a:defRPr sz="1950" b="1">
                <a:solidFill>
                  <a:srgbClr val="087E82"/>
                </a:solidFill>
                <a:latin typeface="Malgun Gothic"/>
                <a:ea typeface="Malgun Gothic"/>
                <a:cs typeface="Malgun Gothic"/>
              </a:defRPr>
            </a:lvl3pPr>
            <a:lvl4pPr algn="l">
              <a:defRPr sz="1950" b="1">
                <a:solidFill>
                  <a:srgbClr val="087E82"/>
                </a:solidFill>
                <a:latin typeface="Malgun Gothic"/>
                <a:ea typeface="Malgun Gothic"/>
                <a:cs typeface="Malgun Gothic"/>
              </a:defRPr>
            </a:lvl4pPr>
            <a:lvl5pPr algn="l">
              <a:defRPr sz="1950" b="1">
                <a:solidFill>
                  <a:srgbClr val="087E82"/>
                </a:solidFill>
                <a:latin typeface="Malgun Gothic"/>
                <a:ea typeface="Malgun Gothic"/>
                <a:cs typeface="Malgun Gothic"/>
              </a:defRPr>
            </a:lvl5pPr>
            <a:lvl6pPr algn="l">
              <a:defRPr sz="1950" b="1">
                <a:solidFill>
                  <a:srgbClr val="087E82"/>
                </a:solidFill>
                <a:latin typeface="Malgun Gothic"/>
                <a:ea typeface="Malgun Gothic"/>
                <a:cs typeface="Malgun Gothic"/>
              </a:defRPr>
            </a:lvl6pPr>
            <a:lvl7pPr algn="l">
              <a:defRPr sz="1950" b="1">
                <a:solidFill>
                  <a:srgbClr val="087E82"/>
                </a:solidFill>
                <a:latin typeface="Malgun Gothic"/>
                <a:ea typeface="Malgun Gothic"/>
                <a:cs typeface="Malgun Gothic"/>
              </a:defRPr>
            </a:lvl7pPr>
            <a:lvl8pPr algn="l">
              <a:defRPr sz="1950" b="1">
                <a:solidFill>
                  <a:srgbClr val="087E82"/>
                </a:solidFill>
                <a:latin typeface="Malgun Gothic"/>
                <a:ea typeface="Malgun Gothic"/>
                <a:cs typeface="Malgun Gothic"/>
              </a:defRPr>
            </a:lvl8pPr>
            <a:lvl9pPr algn="l">
              <a:defRPr sz="1950" b="1">
                <a:solidFill>
                  <a:srgbClr val="087E82"/>
                </a:solidFill>
                <a:latin typeface="Malgun Gothic"/>
                <a:ea typeface="Malgun Gothic"/>
                <a:cs typeface="Malgun Gothic"/>
              </a:defRPr>
            </a:lvl9pPr>
          </a:lstStyle>
          <a:p xmlns:a="http://schemas.openxmlformats.org/drawingml/2006/main">
            <a:pPr algn="l">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an[3:0]</a:t>
            </a:r>
          </a:p>
        </p:txBody>
      </p:sp>
      <p:sp>
        <p:nvSpPr>
          <p:cNvPr id="33" name="">
            <a:extLst xmlns:a="http://schemas.openxmlformats.org/drawingml/2006/main">
              <a:ext uri="{FF2B5EF4-FFF2-40B4-BE49-F238E27FC236}">
                <a16:creationId xmlns:a16="http://schemas.microsoft.com/office/drawing/2014/main" id="{67B9CA15-0571-4AA4-B178-4420EB6C5D6A}"/>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자리 전환 1 kHz / 전체 프레임 250 Hz / an과 seg는 active low</a:t>
            </a:r>
          </a:p>
        </p:txBody>
      </p:sp>
    </p:spTree>
    <p:extLst>
      <p:ext uri="{BB962C8B-B14F-4D97-AF65-F5344CB8AC3E}">
        <p14:creationId xmlns:p14="http://schemas.microsoft.com/office/powerpoint/2010/main" val="906567534"/>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A9918A-8775-4645-AABB-839CD0BCFC60}"/>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핵심 코드 ① 1초 tick과 시간 증가</a:t>
            </a:r>
          </a:p>
        </p:txBody>
      </p:sp>
      <p:sp>
        <p:nvSpPr>
          <p:cNvPr id="2" name="">
            <a:extLst xmlns:a="http://schemas.openxmlformats.org/drawingml/2006/main">
              <a:ext uri="{FF2B5EF4-FFF2-40B4-BE49-F238E27FC236}">
                <a16:creationId xmlns:a16="http://schemas.microsoft.com/office/drawing/2014/main" id="{73C6621B-A4A5-4F36-A84A-17A8B2733AA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8CF33731-7E5C-4ED6-BB0D-F5874B7D75AE}"/>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1017AC24-B0A7-4A1C-8DF6-0F6F7D2574CD}"/>
              </a:ext>
            </a:extLst>
          </p:cNvPr>
          <p:cNvSpPr>
            <a:spLocks xmlns:a="http://schemas.openxmlformats.org/drawingml/2006/main" noGrp="1"/>
          </p:cNvSpPr>
          <p:nvPr/>
        </p:nvSpPr>
        <p:spPr>
          <a:xfrm xmlns:a="http://schemas.openxmlformats.org/drawingml/2006/main">
            <a:off x="647700" y="1619250"/>
            <a:ext cx="7924800" cy="3705225"/>
          </a:xfrm>
          <a:prstGeom xmlns:a="http://schemas.openxmlformats.org/drawingml/2006/main" prst="rect">
            <a:avLst/>
          </a:prstGeom>
          <a:solidFill xmlns:a="http://schemas.openxmlformats.org/drawingml/2006/main">
            <a:srgbClr val="ECEDE7"/>
          </a:solidFill>
          <a:ln xmlns:a="http://schemas.openxmlformats.org/drawingml/2006/main" w="9525">
            <a:noFill/>
            <a:prstDash val="solid"/>
          </a:ln>
        </p:spPr>
      </p:sp>
      <p:sp>
        <p:nvSpPr>
          <p:cNvPr id="5" name="">
            <a:extLst xmlns:a="http://schemas.openxmlformats.org/drawingml/2006/main">
              <a:ext uri="{FF2B5EF4-FFF2-40B4-BE49-F238E27FC236}">
                <a16:creationId xmlns:a16="http://schemas.microsoft.com/office/drawing/2014/main" id="{6CF001C7-C660-44C7-A026-A83A93BE527F}"/>
              </a:ext>
            </a:extLst>
          </p:cNvPr>
          <p:cNvSpPr>
            <a:spLocks xmlns:a="http://schemas.openxmlformats.org/drawingml/2006/main" noGrp="1"/>
          </p:cNvSpPr>
          <p:nvPr/>
        </p:nvSpPr>
        <p:spPr>
          <a:xfrm xmlns:a="http://schemas.openxmlformats.org/drawingml/2006/main">
            <a:off x="800100" y="1733550"/>
            <a:ext cx="7620000" cy="3476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Consolas"/>
                <a:ea typeface="Consolas"/>
                <a:cs typeface="Consolas"/>
              </a:defRPr>
            </a:defPPr>
            <a:lvl1pPr algn="l">
              <a:defRPr sz="1875" b="0">
                <a:solidFill>
                  <a:srgbClr val="171B1B"/>
                </a:solidFill>
                <a:latin typeface="Consolas"/>
                <a:ea typeface="Consolas"/>
                <a:cs typeface="Consolas"/>
              </a:defRPr>
            </a:lvl1pPr>
            <a:lvl2pPr algn="l">
              <a:defRPr sz="1875" b="0">
                <a:solidFill>
                  <a:srgbClr val="171B1B"/>
                </a:solidFill>
                <a:latin typeface="Consolas"/>
                <a:ea typeface="Consolas"/>
                <a:cs typeface="Consolas"/>
              </a:defRPr>
            </a:lvl2pPr>
            <a:lvl3pPr algn="l">
              <a:defRPr sz="1875" b="0">
                <a:solidFill>
                  <a:srgbClr val="171B1B"/>
                </a:solidFill>
                <a:latin typeface="Consolas"/>
                <a:ea typeface="Consolas"/>
                <a:cs typeface="Consolas"/>
              </a:defRPr>
            </a:lvl3pPr>
            <a:lvl4pPr algn="l">
              <a:defRPr sz="1875" b="0">
                <a:solidFill>
                  <a:srgbClr val="171B1B"/>
                </a:solidFill>
                <a:latin typeface="Consolas"/>
                <a:ea typeface="Consolas"/>
                <a:cs typeface="Consolas"/>
              </a:defRPr>
            </a:lvl4pPr>
            <a:lvl5pPr algn="l">
              <a:defRPr sz="1875" b="0">
                <a:solidFill>
                  <a:srgbClr val="171B1B"/>
                </a:solidFill>
                <a:latin typeface="Consolas"/>
                <a:ea typeface="Consolas"/>
                <a:cs typeface="Consolas"/>
              </a:defRPr>
            </a:lvl5pPr>
            <a:lvl6pPr algn="l">
              <a:defRPr sz="1875" b="0">
                <a:solidFill>
                  <a:srgbClr val="171B1B"/>
                </a:solidFill>
                <a:latin typeface="Consolas"/>
                <a:ea typeface="Consolas"/>
                <a:cs typeface="Consolas"/>
              </a:defRPr>
            </a:lvl6pPr>
            <a:lvl7pPr algn="l">
              <a:defRPr sz="1875" b="0">
                <a:solidFill>
                  <a:srgbClr val="171B1B"/>
                </a:solidFill>
                <a:latin typeface="Consolas"/>
                <a:ea typeface="Consolas"/>
                <a:cs typeface="Consolas"/>
              </a:defRPr>
            </a:lvl7pPr>
            <a:lvl8pPr algn="l">
              <a:defRPr sz="1875" b="0">
                <a:solidFill>
                  <a:srgbClr val="171B1B"/>
                </a:solidFill>
                <a:latin typeface="Consolas"/>
                <a:ea typeface="Consolas"/>
                <a:cs typeface="Consolas"/>
              </a:defRPr>
            </a:lvl8pPr>
            <a:lvl9pPr algn="l">
              <a:defRPr sz="1875" b="0">
                <a:solidFill>
                  <a:srgbClr val="171B1B"/>
                </a:solidFill>
                <a:latin typeface="Consolas"/>
                <a:ea typeface="Consolas"/>
                <a:cs typeface="Consolas"/>
              </a:defRPr>
            </a:lvl9pPr>
          </a:lstStyle>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wire w_second_tick =</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  (r_tick_counter == CLK_FREQ - 1);</a:t>
            </a:r>
          </a:p>
          <a:p xmlns:a="http://schemas.openxmlformats.org/drawingml/2006/main">
            <a:r>
              <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if (r_clock_sec == 59) begin</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  r_clock_sec &lt;= 0;</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  r_clock_min &lt;= (r_clock_min == 59)</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                 ? 0 : r_clock_min + 1;</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end else begin</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  r_clock_sec &lt;= r_clock_sec + 1;</a:t>
            </a:r>
          </a:p>
          <a:p xmlns:a="http://schemas.openxmlformats.org/drawingml/2006/main">
            <a:pPr algn="l">
              <a:defRPr sz="1875" b="0">
                <a:solidFill>
                  <a:srgbClr val="171B1B"/>
                </a:solidFill>
                <a:latin typeface="Consolas"/>
                <a:ea typeface="Consolas"/>
                <a:cs typeface="Consolas"/>
              </a:defRPr>
            </a:pPr>
            <a:r>
              <a:rPr sz="1875" b="0">
                <a:solidFill>
                  <a:srgbClr val="171B1B"/>
                </a:solidFill>
                <a:latin typeface="Consolas"/>
                <a:ea typeface="Consolas"/>
                <a:cs typeface="Consolas"/>
              </a:rPr>
              <a:t>end</a:t>
            </a:r>
          </a:p>
        </p:txBody>
      </p:sp>
      <p:sp>
        <p:nvSpPr>
          <p:cNvPr id="6" name="">
            <a:extLst xmlns:a="http://schemas.openxmlformats.org/drawingml/2006/main">
              <a:ext uri="{FF2B5EF4-FFF2-40B4-BE49-F238E27FC236}">
                <a16:creationId xmlns:a16="http://schemas.microsoft.com/office/drawing/2014/main" id="{916AA2EE-8949-4AFE-9EFC-4A14028F12B3}"/>
              </a:ext>
            </a:extLst>
          </p:cNvPr>
          <p:cNvSpPr>
            <a:spLocks xmlns:a="http://schemas.openxmlformats.org/drawingml/2006/main" noGrp="1"/>
          </p:cNvSpPr>
          <p:nvPr/>
        </p:nvSpPr>
        <p:spPr>
          <a:xfrm xmlns:a="http://schemas.openxmlformats.org/drawingml/2006/main">
            <a:off x="9048750" y="1762125"/>
            <a:ext cx="23812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비교</a:t>
            </a:r>
          </a:p>
        </p:txBody>
      </p:sp>
      <p:sp>
        <p:nvSpPr>
          <p:cNvPr id="7" name="">
            <a:extLst xmlns:a="http://schemas.openxmlformats.org/drawingml/2006/main">
              <a:ext uri="{FF2B5EF4-FFF2-40B4-BE49-F238E27FC236}">
                <a16:creationId xmlns:a16="http://schemas.microsoft.com/office/drawing/2014/main" id="{20553772-6C00-4536-B1BB-5A615F8825AF}"/>
              </a:ext>
            </a:extLst>
          </p:cNvPr>
          <p:cNvSpPr>
            <a:spLocks xmlns:a="http://schemas.openxmlformats.org/drawingml/2006/main" noGrp="1"/>
          </p:cNvSpPr>
          <p:nvPr/>
        </p:nvSpPr>
        <p:spPr>
          <a:xfrm xmlns:a="http://schemas.openxmlformats.org/drawingml/2006/main">
            <a:off x="9048750" y="2209800"/>
            <a:ext cx="2476500" cy="8191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마지막 카운트에서</a:t>
            </a:r>
          </a:p>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1사이클 tick</a:t>
            </a:r>
          </a:p>
        </p:txBody>
      </p:sp>
      <p:sp>
        <p:nvSpPr>
          <p:cNvPr id="8" name="">
            <a:extLst xmlns:a="http://schemas.openxmlformats.org/drawingml/2006/main">
              <a:ext uri="{FF2B5EF4-FFF2-40B4-BE49-F238E27FC236}">
                <a16:creationId xmlns:a16="http://schemas.microsoft.com/office/drawing/2014/main" id="{A4CBB702-B5A3-4E89-A478-4A07FEAFC3FB}"/>
              </a:ext>
            </a:extLst>
          </p:cNvPr>
          <p:cNvSpPr>
            <a:spLocks xmlns:a="http://schemas.openxmlformats.org/drawingml/2006/main" noGrp="1"/>
          </p:cNvSpPr>
          <p:nvPr/>
        </p:nvSpPr>
        <p:spPr>
          <a:xfrm xmlns:a="http://schemas.openxmlformats.org/drawingml/2006/main">
            <a:off x="9048750" y="3495675"/>
            <a:ext cx="23812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자리 올림</a:t>
            </a:r>
          </a:p>
        </p:txBody>
      </p:sp>
      <p:sp>
        <p:nvSpPr>
          <p:cNvPr id="9" name="">
            <a:extLst xmlns:a="http://schemas.openxmlformats.org/drawingml/2006/main">
              <a:ext uri="{FF2B5EF4-FFF2-40B4-BE49-F238E27FC236}">
                <a16:creationId xmlns:a16="http://schemas.microsoft.com/office/drawing/2014/main" id="{BD694E72-8379-41B6-98A8-2539659CD3DD}"/>
              </a:ext>
            </a:extLst>
          </p:cNvPr>
          <p:cNvSpPr>
            <a:spLocks xmlns:a="http://schemas.openxmlformats.org/drawingml/2006/main" noGrp="1"/>
          </p:cNvSpPr>
          <p:nvPr/>
        </p:nvSpPr>
        <p:spPr>
          <a:xfrm xmlns:a="http://schemas.openxmlformats.org/drawingml/2006/main">
            <a:off x="9048750" y="3943350"/>
            <a:ext cx="2476500" cy="857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59초 후 00초</a:t>
            </a:r>
          </a:p>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59분 후 00분</a:t>
            </a:r>
          </a:p>
        </p:txBody>
      </p:sp>
      <p:sp>
        <p:nvSpPr>
          <p:cNvPr id="10" name="">
            <a:extLst xmlns:a="http://schemas.openxmlformats.org/drawingml/2006/main">
              <a:ext uri="{FF2B5EF4-FFF2-40B4-BE49-F238E27FC236}">
                <a16:creationId xmlns:a16="http://schemas.microsoft.com/office/drawing/2014/main" id="{CE766276-FC43-445D-A969-EB898D7FBD30}"/>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발췌: tick 조건은 1초마다 평가하고, 시계 카운터는 모드와 관계없이 갱신한다.</a:t>
            </a:r>
          </a:p>
        </p:txBody>
      </p:sp>
    </p:spTree>
    <p:extLst>
      <p:ext uri="{BB962C8B-B14F-4D97-AF65-F5344CB8AC3E}">
        <p14:creationId xmlns:p14="http://schemas.microsoft.com/office/powerpoint/2010/main" val="260590248"/>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E0A6F5-1A6F-490C-80F7-6FB11E71B7C8}"/>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핵심 코드 ② 버튼 에지와 모드 제어</a:t>
            </a:r>
          </a:p>
        </p:txBody>
      </p:sp>
      <p:sp>
        <p:nvSpPr>
          <p:cNvPr id="2" name="">
            <a:extLst xmlns:a="http://schemas.openxmlformats.org/drawingml/2006/main">
              <a:ext uri="{FF2B5EF4-FFF2-40B4-BE49-F238E27FC236}">
                <a16:creationId xmlns:a16="http://schemas.microsoft.com/office/drawing/2014/main" id="{85DC2D32-D51F-4203-8CC0-6D8676F1086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538B0449-0DC2-4097-AE53-C50BEC24CD32}"/>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42D6A244-6A59-4330-8363-75ACC817FD80}"/>
              </a:ext>
            </a:extLst>
          </p:cNvPr>
          <p:cNvSpPr>
            <a:spLocks xmlns:a="http://schemas.openxmlformats.org/drawingml/2006/main" noGrp="1"/>
          </p:cNvSpPr>
          <p:nvPr/>
        </p:nvSpPr>
        <p:spPr>
          <a:xfrm xmlns:a="http://schemas.openxmlformats.org/drawingml/2006/main">
            <a:off x="647700" y="1619250"/>
            <a:ext cx="10782300" cy="3067050"/>
          </a:xfrm>
          <a:prstGeom xmlns:a="http://schemas.openxmlformats.org/drawingml/2006/main" prst="rect">
            <a:avLst/>
          </a:prstGeom>
          <a:solidFill xmlns:a="http://schemas.openxmlformats.org/drawingml/2006/main">
            <a:srgbClr val="ECEDE7"/>
          </a:solidFill>
          <a:ln xmlns:a="http://schemas.openxmlformats.org/drawingml/2006/main" w="9525">
            <a:noFill/>
            <a:prstDash val="solid"/>
          </a:ln>
        </p:spPr>
      </p:sp>
      <p:sp>
        <p:nvSpPr>
          <p:cNvPr id="5" name="">
            <a:extLst xmlns:a="http://schemas.openxmlformats.org/drawingml/2006/main">
              <a:ext uri="{FF2B5EF4-FFF2-40B4-BE49-F238E27FC236}">
                <a16:creationId xmlns:a16="http://schemas.microsoft.com/office/drawing/2014/main" id="{3BD87721-E4E2-48A9-8E7A-7FBF27E1A17E}"/>
              </a:ext>
            </a:extLst>
          </p:cNvPr>
          <p:cNvSpPr>
            <a:spLocks xmlns:a="http://schemas.openxmlformats.org/drawingml/2006/main" noGrp="1"/>
          </p:cNvSpPr>
          <p:nvPr/>
        </p:nvSpPr>
        <p:spPr>
          <a:xfrm xmlns:a="http://schemas.openxmlformats.org/drawingml/2006/main">
            <a:off x="800100" y="1733550"/>
            <a:ext cx="10477500" cy="28384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Consolas"/>
                <a:ea typeface="Consolas"/>
                <a:cs typeface="Consolas"/>
              </a:defRPr>
            </a:defPPr>
            <a:lvl1pPr algn="l">
              <a:defRPr sz="2025" b="0">
                <a:solidFill>
                  <a:srgbClr val="171B1B"/>
                </a:solidFill>
                <a:latin typeface="Consolas"/>
                <a:ea typeface="Consolas"/>
                <a:cs typeface="Consolas"/>
              </a:defRPr>
            </a:lvl1pPr>
            <a:lvl2pPr algn="l">
              <a:defRPr sz="2025" b="0">
                <a:solidFill>
                  <a:srgbClr val="171B1B"/>
                </a:solidFill>
                <a:latin typeface="Consolas"/>
                <a:ea typeface="Consolas"/>
                <a:cs typeface="Consolas"/>
              </a:defRPr>
            </a:lvl2pPr>
            <a:lvl3pPr algn="l">
              <a:defRPr sz="2025" b="0">
                <a:solidFill>
                  <a:srgbClr val="171B1B"/>
                </a:solidFill>
                <a:latin typeface="Consolas"/>
                <a:ea typeface="Consolas"/>
                <a:cs typeface="Consolas"/>
              </a:defRPr>
            </a:lvl3pPr>
            <a:lvl4pPr algn="l">
              <a:defRPr sz="2025" b="0">
                <a:solidFill>
                  <a:srgbClr val="171B1B"/>
                </a:solidFill>
                <a:latin typeface="Consolas"/>
                <a:ea typeface="Consolas"/>
                <a:cs typeface="Consolas"/>
              </a:defRPr>
            </a:lvl4pPr>
            <a:lvl5pPr algn="l">
              <a:defRPr sz="2025" b="0">
                <a:solidFill>
                  <a:srgbClr val="171B1B"/>
                </a:solidFill>
                <a:latin typeface="Consolas"/>
                <a:ea typeface="Consolas"/>
                <a:cs typeface="Consolas"/>
              </a:defRPr>
            </a:lvl5pPr>
            <a:lvl6pPr algn="l">
              <a:defRPr sz="2025" b="0">
                <a:solidFill>
                  <a:srgbClr val="171B1B"/>
                </a:solidFill>
                <a:latin typeface="Consolas"/>
                <a:ea typeface="Consolas"/>
                <a:cs typeface="Consolas"/>
              </a:defRPr>
            </a:lvl6pPr>
            <a:lvl7pPr algn="l">
              <a:defRPr sz="2025" b="0">
                <a:solidFill>
                  <a:srgbClr val="171B1B"/>
                </a:solidFill>
                <a:latin typeface="Consolas"/>
                <a:ea typeface="Consolas"/>
                <a:cs typeface="Consolas"/>
              </a:defRPr>
            </a:lvl7pPr>
            <a:lvl8pPr algn="l">
              <a:defRPr sz="2025" b="0">
                <a:solidFill>
                  <a:srgbClr val="171B1B"/>
                </a:solidFill>
                <a:latin typeface="Consolas"/>
                <a:ea typeface="Consolas"/>
                <a:cs typeface="Consolas"/>
              </a:defRPr>
            </a:lvl8pPr>
            <a:lvl9pPr algn="l">
              <a:defRPr sz="2025" b="0">
                <a:solidFill>
                  <a:srgbClr val="171B1B"/>
                </a:solidFill>
                <a:latin typeface="Consolas"/>
                <a:ea typeface="Consolas"/>
                <a:cs typeface="Consolas"/>
              </a:defRPr>
            </a:lvl9pPr>
          </a:lstStyle>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wire w_btnL_press =</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  btn[0] &amp;&amp; !r_prev_btn[0];</a:t>
            </a:r>
          </a:p>
          <a:p xmlns:a="http://schemas.openxmlformats.org/drawingml/2006/main">
            <a:r>
              <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if (w_btnL_press)</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  r_stopwatch_mode &lt;= !r_stopwatch_mode;</a:t>
            </a:r>
          </a:p>
          <a:p xmlns:a="http://schemas.openxmlformats.org/drawingml/2006/main">
            <a:r>
              <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if (w_btnR_press &amp;&amp; r_stopwatch_mode)</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  r_stopwatch_running &lt;= !r_stopwatch_running;</a:t>
            </a:r>
          </a:p>
        </p:txBody>
      </p:sp>
      <p:sp>
        <p:nvSpPr>
          <p:cNvPr id="6" name="">
            <a:extLst xmlns:a="http://schemas.openxmlformats.org/drawingml/2006/main">
              <a:ext uri="{FF2B5EF4-FFF2-40B4-BE49-F238E27FC236}">
                <a16:creationId xmlns:a16="http://schemas.microsoft.com/office/drawing/2014/main" id="{F21E76AC-911F-414F-94B1-C0AABABFF91B}"/>
              </a:ext>
            </a:extLst>
          </p:cNvPr>
          <p:cNvSpPr>
            <a:spLocks xmlns:a="http://schemas.openxmlformats.org/drawingml/2006/main" noGrp="1"/>
          </p:cNvSpPr>
          <p:nvPr/>
        </p:nvSpPr>
        <p:spPr>
          <a:xfrm xmlns:a="http://schemas.openxmlformats.org/drawingml/2006/main">
            <a:off x="685800" y="5000625"/>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7" name="">
            <a:extLst xmlns:a="http://schemas.openxmlformats.org/drawingml/2006/main">
              <a:ext uri="{FF2B5EF4-FFF2-40B4-BE49-F238E27FC236}">
                <a16:creationId xmlns:a16="http://schemas.microsoft.com/office/drawing/2014/main" id="{D4602FE9-C85F-42B4-B016-AA97210CD61E}"/>
              </a:ext>
            </a:extLst>
          </p:cNvPr>
          <p:cNvSpPr>
            <a:spLocks xmlns:a="http://schemas.openxmlformats.org/drawingml/2006/main" noGrp="1"/>
          </p:cNvSpPr>
          <p:nvPr/>
        </p:nvSpPr>
        <p:spPr>
          <a:xfrm xmlns:a="http://schemas.openxmlformats.org/drawingml/2006/main">
            <a:off x="685800" y="5248275"/>
            <a:ext cx="32385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087E82"/>
                </a:solidFill>
                <a:latin typeface="Malgun Gothic"/>
                <a:ea typeface="Malgun Gothic"/>
                <a:cs typeface="Malgun Gothic"/>
              </a:defRPr>
            </a:defPPr>
            <a:lvl1pPr algn="l">
              <a:defRPr sz="2100" b="0">
                <a:solidFill>
                  <a:srgbClr val="087E82"/>
                </a:solidFill>
                <a:latin typeface="Malgun Gothic"/>
                <a:ea typeface="Malgun Gothic"/>
                <a:cs typeface="Malgun Gothic"/>
              </a:defRPr>
            </a:lvl1pPr>
            <a:lvl2pPr algn="l">
              <a:defRPr sz="2100" b="0">
                <a:solidFill>
                  <a:srgbClr val="087E82"/>
                </a:solidFill>
                <a:latin typeface="Malgun Gothic"/>
                <a:ea typeface="Malgun Gothic"/>
                <a:cs typeface="Malgun Gothic"/>
              </a:defRPr>
            </a:lvl2pPr>
            <a:lvl3pPr algn="l">
              <a:defRPr sz="2100" b="0">
                <a:solidFill>
                  <a:srgbClr val="087E82"/>
                </a:solidFill>
                <a:latin typeface="Malgun Gothic"/>
                <a:ea typeface="Malgun Gothic"/>
                <a:cs typeface="Malgun Gothic"/>
              </a:defRPr>
            </a:lvl3pPr>
            <a:lvl4pPr algn="l">
              <a:defRPr sz="2100" b="0">
                <a:solidFill>
                  <a:srgbClr val="087E82"/>
                </a:solidFill>
                <a:latin typeface="Malgun Gothic"/>
                <a:ea typeface="Malgun Gothic"/>
                <a:cs typeface="Malgun Gothic"/>
              </a:defRPr>
            </a:lvl4pPr>
            <a:lvl5pPr algn="l">
              <a:defRPr sz="2100" b="0">
                <a:solidFill>
                  <a:srgbClr val="087E82"/>
                </a:solidFill>
                <a:latin typeface="Malgun Gothic"/>
                <a:ea typeface="Malgun Gothic"/>
                <a:cs typeface="Malgun Gothic"/>
              </a:defRPr>
            </a:lvl5pPr>
            <a:lvl6pPr algn="l">
              <a:defRPr sz="2100" b="0">
                <a:solidFill>
                  <a:srgbClr val="087E82"/>
                </a:solidFill>
                <a:latin typeface="Malgun Gothic"/>
                <a:ea typeface="Malgun Gothic"/>
                <a:cs typeface="Malgun Gothic"/>
              </a:defRPr>
            </a:lvl6pPr>
            <a:lvl7pPr algn="l">
              <a:defRPr sz="2100" b="0">
                <a:solidFill>
                  <a:srgbClr val="087E82"/>
                </a:solidFill>
                <a:latin typeface="Malgun Gothic"/>
                <a:ea typeface="Malgun Gothic"/>
                <a:cs typeface="Malgun Gothic"/>
              </a:defRPr>
            </a:lvl7pPr>
            <a:lvl8pPr algn="l">
              <a:defRPr sz="2100" b="0">
                <a:solidFill>
                  <a:srgbClr val="087E82"/>
                </a:solidFill>
                <a:latin typeface="Malgun Gothic"/>
                <a:ea typeface="Malgun Gothic"/>
                <a:cs typeface="Malgun Gothic"/>
              </a:defRPr>
            </a:lvl8pPr>
            <a:lvl9pPr algn="l">
              <a:defRPr sz="2100" b="0">
                <a:solidFill>
                  <a:srgbClr val="087E82"/>
                </a:solidFill>
                <a:latin typeface="Malgun Gothic"/>
                <a:ea typeface="Malgun Gothic"/>
                <a:cs typeface="Malgun Gothic"/>
              </a:defRPr>
            </a:lvl9pPr>
          </a:lstStyle>
          <a:p xmlns:a="http://schemas.openxmlformats.org/drawingml/2006/main">
            <a:pPr algn="l">
              <a:defRPr sz="2100" b="0">
                <a:solidFill>
                  <a:srgbClr val="087E82"/>
                </a:solidFill>
                <a:latin typeface="Malgun Gothic"/>
                <a:ea typeface="Malgun Gothic"/>
                <a:cs typeface="Malgun Gothic"/>
              </a:defRPr>
            </a:pPr>
            <a:r>
              <a:rPr sz="2100" b="0">
                <a:solidFill>
                  <a:srgbClr val="087E82"/>
                </a:solidFill>
                <a:latin typeface="Malgun Gothic"/>
                <a:ea typeface="Malgun Gothic"/>
                <a:cs typeface="Malgun Gothic"/>
              </a:rPr>
              <a:t>상승 에지 검출</a:t>
            </a:r>
          </a:p>
        </p:txBody>
      </p:sp>
      <p:sp>
        <p:nvSpPr>
          <p:cNvPr id="8" name="">
            <a:extLst xmlns:a="http://schemas.openxmlformats.org/drawingml/2006/main">
              <a:ext uri="{FF2B5EF4-FFF2-40B4-BE49-F238E27FC236}">
                <a16:creationId xmlns:a16="http://schemas.microsoft.com/office/drawing/2014/main" id="{C6EF7A71-901B-4BA1-A9A1-2CB1B97D6BE6}"/>
              </a:ext>
            </a:extLst>
          </p:cNvPr>
          <p:cNvSpPr>
            <a:spLocks xmlns:a="http://schemas.openxmlformats.org/drawingml/2006/main" noGrp="1"/>
          </p:cNvSpPr>
          <p:nvPr/>
        </p:nvSpPr>
        <p:spPr>
          <a:xfrm xmlns:a="http://schemas.openxmlformats.org/drawingml/2006/main">
            <a:off x="4333875" y="5248275"/>
            <a:ext cx="7143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직전 0, 현재 1일 때만 한 번 처리</a:t>
            </a:r>
          </a:p>
        </p:txBody>
      </p:sp>
    </p:spTree>
    <p:extLst>
      <p:ext uri="{BB962C8B-B14F-4D97-AF65-F5344CB8AC3E}">
        <p14:creationId xmlns:p14="http://schemas.microsoft.com/office/powerpoint/2010/main" val="1524672710"/>
      </p:ext>
    </p:extLst>
  </p:cSld>
</p:sld>
</file>

<file path=ppt/slides/slide1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B59F5E-526F-48B9-8E57-957A1B9A3119}"/>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Testbench: 입력 뒤에 기대값 검사</a:t>
            </a:r>
          </a:p>
        </p:txBody>
      </p:sp>
      <p:sp>
        <p:nvSpPr>
          <p:cNvPr id="2" name="">
            <a:extLst xmlns:a="http://schemas.openxmlformats.org/drawingml/2006/main">
              <a:ext uri="{FF2B5EF4-FFF2-40B4-BE49-F238E27FC236}">
                <a16:creationId xmlns:a16="http://schemas.microsoft.com/office/drawing/2014/main" id="{EB2DC90E-D2F7-407E-85EC-3D2F16D3E89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3374EBC4-783D-4EF5-954C-4EAD8BFEBCB0}"/>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10</a:t>
            </a:r>
          </a:p>
        </p:txBody>
      </p:sp>
      <p:sp>
        <p:nvSpPr>
          <p:cNvPr id="4" name="">
            <a:extLst xmlns:a="http://schemas.openxmlformats.org/drawingml/2006/main">
              <a:ext uri="{FF2B5EF4-FFF2-40B4-BE49-F238E27FC236}">
                <a16:creationId xmlns:a16="http://schemas.microsoft.com/office/drawing/2014/main" id="{02FD1FE6-7A1C-4195-88AC-9465EE36E5F6}"/>
              </a:ext>
            </a:extLst>
          </p:cNvPr>
          <p:cNvSpPr>
            <a:spLocks xmlns:a="http://schemas.openxmlformats.org/drawingml/2006/main" noGrp="1"/>
          </p:cNvSpPr>
          <p:nvPr/>
        </p:nvSpPr>
        <p:spPr>
          <a:xfrm xmlns:a="http://schemas.openxmlformats.org/drawingml/2006/main">
            <a:off x="647700" y="1666875"/>
            <a:ext cx="10782300" cy="2505075"/>
          </a:xfrm>
          <a:prstGeom xmlns:a="http://schemas.openxmlformats.org/drawingml/2006/main" prst="rect">
            <a:avLst/>
          </a:prstGeom>
          <a:solidFill xmlns:a="http://schemas.openxmlformats.org/drawingml/2006/main">
            <a:srgbClr val="ECEDE7"/>
          </a:solidFill>
          <a:ln xmlns:a="http://schemas.openxmlformats.org/drawingml/2006/main" w="9525">
            <a:noFill/>
            <a:prstDash val="solid"/>
          </a:ln>
        </p:spPr>
      </p:sp>
      <p:sp>
        <p:nvSpPr>
          <p:cNvPr id="5" name="">
            <a:extLst xmlns:a="http://schemas.openxmlformats.org/drawingml/2006/main">
              <a:ext uri="{FF2B5EF4-FFF2-40B4-BE49-F238E27FC236}">
                <a16:creationId xmlns:a16="http://schemas.microsoft.com/office/drawing/2014/main" id="{1436588C-6EFE-4F18-9AEA-F1C4804FE7F1}"/>
              </a:ext>
            </a:extLst>
          </p:cNvPr>
          <p:cNvSpPr>
            <a:spLocks xmlns:a="http://schemas.openxmlformats.org/drawingml/2006/main" noGrp="1"/>
          </p:cNvSpPr>
          <p:nvPr/>
        </p:nvSpPr>
        <p:spPr>
          <a:xfrm xmlns:a="http://schemas.openxmlformats.org/drawingml/2006/main">
            <a:off x="800100" y="1781175"/>
            <a:ext cx="10477500" cy="2276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Consolas"/>
                <a:ea typeface="Consolas"/>
                <a:cs typeface="Consolas"/>
              </a:defRPr>
            </a:defPPr>
            <a:lvl1pPr algn="l">
              <a:defRPr sz="2025" b="0">
                <a:solidFill>
                  <a:srgbClr val="171B1B"/>
                </a:solidFill>
                <a:latin typeface="Consolas"/>
                <a:ea typeface="Consolas"/>
                <a:cs typeface="Consolas"/>
              </a:defRPr>
            </a:lvl1pPr>
            <a:lvl2pPr algn="l">
              <a:defRPr sz="2025" b="0">
                <a:solidFill>
                  <a:srgbClr val="171B1B"/>
                </a:solidFill>
                <a:latin typeface="Consolas"/>
                <a:ea typeface="Consolas"/>
                <a:cs typeface="Consolas"/>
              </a:defRPr>
            </a:lvl2pPr>
            <a:lvl3pPr algn="l">
              <a:defRPr sz="2025" b="0">
                <a:solidFill>
                  <a:srgbClr val="171B1B"/>
                </a:solidFill>
                <a:latin typeface="Consolas"/>
                <a:ea typeface="Consolas"/>
                <a:cs typeface="Consolas"/>
              </a:defRPr>
            </a:lvl3pPr>
            <a:lvl4pPr algn="l">
              <a:defRPr sz="2025" b="0">
                <a:solidFill>
                  <a:srgbClr val="171B1B"/>
                </a:solidFill>
                <a:latin typeface="Consolas"/>
                <a:ea typeface="Consolas"/>
                <a:cs typeface="Consolas"/>
              </a:defRPr>
            </a:lvl4pPr>
            <a:lvl5pPr algn="l">
              <a:defRPr sz="2025" b="0">
                <a:solidFill>
                  <a:srgbClr val="171B1B"/>
                </a:solidFill>
                <a:latin typeface="Consolas"/>
                <a:ea typeface="Consolas"/>
                <a:cs typeface="Consolas"/>
              </a:defRPr>
            </a:lvl5pPr>
            <a:lvl6pPr algn="l">
              <a:defRPr sz="2025" b="0">
                <a:solidFill>
                  <a:srgbClr val="171B1B"/>
                </a:solidFill>
                <a:latin typeface="Consolas"/>
                <a:ea typeface="Consolas"/>
                <a:cs typeface="Consolas"/>
              </a:defRPr>
            </a:lvl6pPr>
            <a:lvl7pPr algn="l">
              <a:defRPr sz="2025" b="0">
                <a:solidFill>
                  <a:srgbClr val="171B1B"/>
                </a:solidFill>
                <a:latin typeface="Consolas"/>
                <a:ea typeface="Consolas"/>
                <a:cs typeface="Consolas"/>
              </a:defRPr>
            </a:lvl7pPr>
            <a:lvl8pPr algn="l">
              <a:defRPr sz="2025" b="0">
                <a:solidFill>
                  <a:srgbClr val="171B1B"/>
                </a:solidFill>
                <a:latin typeface="Consolas"/>
                <a:ea typeface="Consolas"/>
                <a:cs typeface="Consolas"/>
              </a:defRPr>
            </a:lvl8pPr>
            <a:lvl9pPr algn="l">
              <a:defRPr sz="2025" b="0">
                <a:solidFill>
                  <a:srgbClr val="171B1B"/>
                </a:solidFill>
                <a:latin typeface="Consolas"/>
                <a:ea typeface="Consolas"/>
                <a:cs typeface="Consolas"/>
              </a:defRPr>
            </a:lvl9pPr>
          </a:lstStyle>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main_controller #(.CLK_FREQ(10)) dut (...);</a:t>
            </a:r>
          </a:p>
          <a:p xmlns:a="http://schemas.openxmlformats.org/drawingml/2006/main">
            <a:r>
              <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always #5 clk = ~clk;</a:t>
            </a:r>
          </a:p>
          <a:p xmlns:a="http://schemas.openxmlformats.org/drawingml/2006/main">
            <a:r>
              <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repeat (10) @(posedge clk);</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#1 if (seg_data !== 14'd1)</a:t>
            </a:r>
          </a:p>
          <a:p xmlns:a="http://schemas.openxmlformats.org/drawingml/2006/main">
            <a:pPr algn="l">
              <a:defRPr sz="2025" b="0">
                <a:solidFill>
                  <a:srgbClr val="171B1B"/>
                </a:solidFill>
                <a:latin typeface="Consolas"/>
                <a:ea typeface="Consolas"/>
                <a:cs typeface="Consolas"/>
              </a:defRPr>
            </a:pPr>
            <a:r>
              <a:rPr sz="2025" b="0">
                <a:solidFill>
                  <a:srgbClr val="171B1B"/>
                </a:solidFill>
                <a:latin typeface="Consolas"/>
                <a:ea typeface="Consolas"/>
                <a:cs typeface="Consolas"/>
              </a:rPr>
              <a:t>  $fatal(1, "clock count failed");</a:t>
            </a:r>
          </a:p>
        </p:txBody>
      </p:sp>
      <p:sp>
        <p:nvSpPr>
          <p:cNvPr id="6" name="">
            <a:extLst xmlns:a="http://schemas.openxmlformats.org/drawingml/2006/main">
              <a:ext uri="{FF2B5EF4-FFF2-40B4-BE49-F238E27FC236}">
                <a16:creationId xmlns:a16="http://schemas.microsoft.com/office/drawing/2014/main" id="{111AD67F-DCFC-4981-B319-C9F2A20E7E91}"/>
              </a:ext>
            </a:extLst>
          </p:cNvPr>
          <p:cNvSpPr>
            <a:spLocks xmlns:a="http://schemas.openxmlformats.org/drawingml/2006/main" noGrp="1"/>
          </p:cNvSpPr>
          <p:nvPr/>
        </p:nvSpPr>
        <p:spPr>
          <a:xfrm xmlns:a="http://schemas.openxmlformats.org/drawingml/2006/main">
            <a:off x="685800" y="4552950"/>
            <a:ext cx="2857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검사 범위</a:t>
            </a:r>
          </a:p>
        </p:txBody>
      </p:sp>
      <p:sp>
        <p:nvSpPr>
          <p:cNvPr id="7" name="">
            <a:extLst xmlns:a="http://schemas.openxmlformats.org/drawingml/2006/main">
              <a:ext uri="{FF2B5EF4-FFF2-40B4-BE49-F238E27FC236}">
                <a16:creationId xmlns:a16="http://schemas.microsoft.com/office/drawing/2014/main" id="{51F1F3E0-4807-48CC-861A-E514E6D70901}"/>
              </a:ext>
            </a:extLst>
          </p:cNvPr>
          <p:cNvSpPr>
            <a:spLocks xmlns:a="http://schemas.openxmlformats.org/drawingml/2006/main" noGrp="1"/>
          </p:cNvSpPr>
          <p:nvPr/>
        </p:nvSpPr>
        <p:spPr>
          <a:xfrm xmlns:a="http://schemas.openxmlformats.org/drawingml/2006/main">
            <a:off x="685800" y="4991100"/>
            <a:ext cx="107442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모드 전환, 정지·재개, 초기화, 애니메이션, 일부 FND 패턴</a:t>
            </a:r>
          </a:p>
        </p:txBody>
      </p:sp>
      <p:sp>
        <p:nvSpPr>
          <p:cNvPr id="8" name="">
            <a:extLst xmlns:a="http://schemas.openxmlformats.org/drawingml/2006/main">
              <a:ext uri="{FF2B5EF4-FFF2-40B4-BE49-F238E27FC236}">
                <a16:creationId xmlns:a16="http://schemas.microsoft.com/office/drawing/2014/main" id="{8F6F69ED-6C21-42B0-9E7E-E2A6F9EAB24C}"/>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설명용 축약 코드. 전체 top의 디바운스·스캔 타이밍과 59:59 경계는 미검증.</a:t>
            </a:r>
          </a:p>
        </p:txBody>
      </p:sp>
    </p:spTree>
    <p:extLst>
      <p:ext uri="{BB962C8B-B14F-4D97-AF65-F5344CB8AC3E}">
        <p14:creationId xmlns:p14="http://schemas.microsoft.com/office/powerpoint/2010/main" val="1320025142"/>
      </p:ext>
    </p:extLst>
  </p:cSld>
</p:sld>
</file>

<file path=ppt/slides/slide1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FE9919-1987-4785-9014-43C3707E9E20}"/>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Timing chart: 실제 시뮬레이션 파형</a:t>
            </a:r>
          </a:p>
        </p:txBody>
      </p:sp>
      <p:sp>
        <p:nvSpPr>
          <p:cNvPr id="2" name="">
            <a:extLst xmlns:a="http://schemas.openxmlformats.org/drawingml/2006/main">
              <a:ext uri="{FF2B5EF4-FFF2-40B4-BE49-F238E27FC236}">
                <a16:creationId xmlns:a16="http://schemas.microsoft.com/office/drawing/2014/main" id="{D1225149-C122-42AB-92C1-8729AFCAEBA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676918AB-6057-485D-8360-4007DA0542AF}"/>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11</a:t>
            </a:r>
          </a:p>
        </p:txBody>
      </p:sp>
      <p:pic>
        <p:nvPicPr>
          <p:cNvPr id="4" name="">
            <a:extLst xmlns:a="http://schemas.openxmlformats.org/drawingml/2006/main">
              <a:ext uri="{FF2B5EF4-FFF2-40B4-BE49-F238E27FC236}">
                <a16:creationId xmlns:a16="http://schemas.microsoft.com/office/drawing/2014/main" id="{FBF8BE40-B78E-4105-98BD-E338C5DBF5FB}"/>
              </a:ext>
            </a:extLst>
          </p:cNvPr>
          <p:cNvPicPr>
            <a:picLocks xmlns:a="http://schemas.openxmlformats.org/drawingml/2006/main" noChangeAspect="1"/>
          </p:cNvPicPr>
          <p:nvPr/>
        </p:nvPicPr>
        <p:blipFill>
          <a:blip xmlns:r="http://schemas.openxmlformats.org/officeDocument/2006/relationships" xmlns:a="http://schemas.openxmlformats.org/drawingml/2006/main" r:embed="R246fcb1cbc98415b"/>
          <a:stretch xmlns:a="http://schemas.openxmlformats.org/drawingml/2006/main"/>
        </p:blipFill>
        <p:spPr>
          <a:xfrm xmlns:a="http://schemas.openxmlformats.org/drawingml/2006/main">
            <a:off x="2085474" y="1524000"/>
            <a:ext cx="8021053"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AF9C7B-0F87-4AED-8C67-6DA12C5BEF99}"/>
              </a:ext>
            </a:extLst>
          </p:cNvPr>
          <p:cNvSpPr>
            <a:spLocks xmlns:a="http://schemas.openxmlformats.org/drawingml/2006/main" noGrp="1"/>
          </p:cNvSpPr>
          <p:nvPr/>
        </p:nvSpPr>
        <p:spPr>
          <a:xfrm xmlns:a="http://schemas.openxmlformats.org/drawingml/2006/main">
            <a:off x="685800" y="5419725"/>
            <a:ext cx="106680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087E82"/>
                </a:solidFill>
                <a:latin typeface="Malgun Gothic"/>
                <a:ea typeface="Malgun Gothic"/>
                <a:cs typeface="Malgun Gothic"/>
              </a:defRPr>
            </a:defPPr>
            <a:lvl1pPr algn="l">
              <a:defRPr sz="2025" b="0">
                <a:solidFill>
                  <a:srgbClr val="087E82"/>
                </a:solidFill>
                <a:latin typeface="Malgun Gothic"/>
                <a:ea typeface="Malgun Gothic"/>
                <a:cs typeface="Malgun Gothic"/>
              </a:defRPr>
            </a:lvl1pPr>
            <a:lvl2pPr algn="l">
              <a:defRPr sz="2025" b="0">
                <a:solidFill>
                  <a:srgbClr val="087E82"/>
                </a:solidFill>
                <a:latin typeface="Malgun Gothic"/>
                <a:ea typeface="Malgun Gothic"/>
                <a:cs typeface="Malgun Gothic"/>
              </a:defRPr>
            </a:lvl2pPr>
            <a:lvl3pPr algn="l">
              <a:defRPr sz="2025" b="0">
                <a:solidFill>
                  <a:srgbClr val="087E82"/>
                </a:solidFill>
                <a:latin typeface="Malgun Gothic"/>
                <a:ea typeface="Malgun Gothic"/>
                <a:cs typeface="Malgun Gothic"/>
              </a:defRPr>
            </a:lvl3pPr>
            <a:lvl4pPr algn="l">
              <a:defRPr sz="2025" b="0">
                <a:solidFill>
                  <a:srgbClr val="087E82"/>
                </a:solidFill>
                <a:latin typeface="Malgun Gothic"/>
                <a:ea typeface="Malgun Gothic"/>
                <a:cs typeface="Malgun Gothic"/>
              </a:defRPr>
            </a:lvl4pPr>
            <a:lvl5pPr algn="l">
              <a:defRPr sz="2025" b="0">
                <a:solidFill>
                  <a:srgbClr val="087E82"/>
                </a:solidFill>
                <a:latin typeface="Malgun Gothic"/>
                <a:ea typeface="Malgun Gothic"/>
                <a:cs typeface="Malgun Gothic"/>
              </a:defRPr>
            </a:lvl5pPr>
            <a:lvl6pPr algn="l">
              <a:defRPr sz="2025" b="0">
                <a:solidFill>
                  <a:srgbClr val="087E82"/>
                </a:solidFill>
                <a:latin typeface="Malgun Gothic"/>
                <a:ea typeface="Malgun Gothic"/>
                <a:cs typeface="Malgun Gothic"/>
              </a:defRPr>
            </a:lvl6pPr>
            <a:lvl7pPr algn="l">
              <a:defRPr sz="2025" b="0">
                <a:solidFill>
                  <a:srgbClr val="087E82"/>
                </a:solidFill>
                <a:latin typeface="Malgun Gothic"/>
                <a:ea typeface="Malgun Gothic"/>
                <a:cs typeface="Malgun Gothic"/>
              </a:defRPr>
            </a:lvl7pPr>
            <a:lvl8pPr algn="l">
              <a:defRPr sz="2025" b="0">
                <a:solidFill>
                  <a:srgbClr val="087E82"/>
                </a:solidFill>
                <a:latin typeface="Malgun Gothic"/>
                <a:ea typeface="Malgun Gothic"/>
                <a:cs typeface="Malgun Gothic"/>
              </a:defRPr>
            </a:lvl8pPr>
            <a:lvl9pPr algn="l">
              <a:defRPr sz="2025" b="0">
                <a:solidFill>
                  <a:srgbClr val="087E82"/>
                </a:solidFill>
                <a:latin typeface="Malgun Gothic"/>
                <a:ea typeface="Malgun Gothic"/>
                <a:cs typeface="Malgun Gothic"/>
              </a:defRPr>
            </a:lvl9pPr>
          </a:lstStyle>
          <a:p xmlns:a="http://schemas.openxmlformats.org/drawingml/2006/main">
            <a:pPr algn="l">
              <a:defRPr sz="2025" b="0">
                <a:solidFill>
                  <a:srgbClr val="087E82"/>
                </a:solidFill>
                <a:latin typeface="Malgun Gothic"/>
                <a:ea typeface="Malgun Gothic"/>
                <a:cs typeface="Malgun Gothic"/>
              </a:defRPr>
            </a:pPr>
            <a:r>
              <a:rPr sz="2025" b="0">
                <a:solidFill>
                  <a:srgbClr val="087E82"/>
                </a:solidFill>
                <a:latin typeface="Malgun Gothic"/>
                <a:ea typeface="Malgun Gothic"/>
                <a:cs typeface="Malgun Gothic"/>
              </a:rPr>
              <a:t>정지 구간에서 값 유지     재개 입력 뒤 animation 해제</a:t>
            </a:r>
          </a:p>
        </p:txBody>
      </p:sp>
      <p:sp>
        <p:nvSpPr>
          <p:cNvPr id="6" name="">
            <a:extLst xmlns:a="http://schemas.openxmlformats.org/drawingml/2006/main">
              <a:ext uri="{FF2B5EF4-FFF2-40B4-BE49-F238E27FC236}">
                <a16:creationId xmlns:a16="http://schemas.microsoft.com/office/drawing/2014/main" id="{50D44FB6-8371-4FFE-8153-6EF987CCE1D6}"/>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CLK_FREQ=10 / 1 논리초 = 100 ns / 기존 TB PASS 종료 851 ns</a:t>
            </a:r>
          </a:p>
        </p:txBody>
      </p:sp>
    </p:spTree>
    <p:extLst>
      <p:ext uri="{BB962C8B-B14F-4D97-AF65-F5344CB8AC3E}">
        <p14:creationId xmlns:p14="http://schemas.microsoft.com/office/powerpoint/2010/main" val="549799272"/>
      </p:ext>
    </p:extLst>
  </p:cSld>
</p:sld>
</file>

<file path=ppt/slides/slide1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F4C8E9-316C-4154-89B5-C3AFECFFC287}"/>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보관된 구현 리포트의 타이밍 여유</a:t>
            </a:r>
          </a:p>
        </p:txBody>
      </p:sp>
      <p:sp>
        <p:nvSpPr>
          <p:cNvPr id="2" name="">
            <a:extLst xmlns:a="http://schemas.openxmlformats.org/drawingml/2006/main">
              <a:ext uri="{FF2B5EF4-FFF2-40B4-BE49-F238E27FC236}">
                <a16:creationId xmlns:a16="http://schemas.microsoft.com/office/drawing/2014/main" id="{83D48582-3D09-4D42-9DF7-32666913C00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62260564-1268-4B2C-B111-14D5AC0B1447}"/>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12</a:t>
            </a:r>
          </a:p>
        </p:txBody>
      </p:sp>
      <p:sp>
        <p:nvSpPr>
          <p:cNvPr id="4" name="">
            <a:extLst xmlns:a="http://schemas.openxmlformats.org/drawingml/2006/main">
              <a:ext uri="{FF2B5EF4-FFF2-40B4-BE49-F238E27FC236}">
                <a16:creationId xmlns:a16="http://schemas.microsoft.com/office/drawing/2014/main" id="{6DA2A994-7E0B-4C7E-AA5C-F40305DC35F2}"/>
              </a:ext>
            </a:extLst>
          </p:cNvPr>
          <p:cNvSpPr>
            <a:spLocks xmlns:a="http://schemas.openxmlformats.org/drawingml/2006/main" noGrp="1"/>
          </p:cNvSpPr>
          <p:nvPr/>
        </p:nvSpPr>
        <p:spPr>
          <a:xfrm xmlns:a="http://schemas.openxmlformats.org/drawingml/2006/main">
            <a:off x="685800" y="1790700"/>
            <a:ext cx="47625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250" b="0">
                <a:solidFill>
                  <a:srgbClr val="626B69"/>
                </a:solidFill>
                <a:latin typeface="Malgun Gothic"/>
                <a:ea typeface="Malgun Gothic"/>
                <a:cs typeface="Malgun Gothic"/>
              </a:defRPr>
            </a:defPPr>
            <a:lvl1pPr algn="l">
              <a:defRPr sz="2250" b="0">
                <a:solidFill>
                  <a:srgbClr val="626B69"/>
                </a:solidFill>
                <a:latin typeface="Malgun Gothic"/>
                <a:ea typeface="Malgun Gothic"/>
                <a:cs typeface="Malgun Gothic"/>
              </a:defRPr>
            </a:lvl1pPr>
            <a:lvl2pPr algn="l">
              <a:defRPr sz="2250" b="0">
                <a:solidFill>
                  <a:srgbClr val="626B69"/>
                </a:solidFill>
                <a:latin typeface="Malgun Gothic"/>
                <a:ea typeface="Malgun Gothic"/>
                <a:cs typeface="Malgun Gothic"/>
              </a:defRPr>
            </a:lvl2pPr>
            <a:lvl3pPr algn="l">
              <a:defRPr sz="2250" b="0">
                <a:solidFill>
                  <a:srgbClr val="626B69"/>
                </a:solidFill>
                <a:latin typeface="Malgun Gothic"/>
                <a:ea typeface="Malgun Gothic"/>
                <a:cs typeface="Malgun Gothic"/>
              </a:defRPr>
            </a:lvl3pPr>
            <a:lvl4pPr algn="l">
              <a:defRPr sz="2250" b="0">
                <a:solidFill>
                  <a:srgbClr val="626B69"/>
                </a:solidFill>
                <a:latin typeface="Malgun Gothic"/>
                <a:ea typeface="Malgun Gothic"/>
                <a:cs typeface="Malgun Gothic"/>
              </a:defRPr>
            </a:lvl4pPr>
            <a:lvl5pPr algn="l">
              <a:defRPr sz="2250" b="0">
                <a:solidFill>
                  <a:srgbClr val="626B69"/>
                </a:solidFill>
                <a:latin typeface="Malgun Gothic"/>
                <a:ea typeface="Malgun Gothic"/>
                <a:cs typeface="Malgun Gothic"/>
              </a:defRPr>
            </a:lvl5pPr>
            <a:lvl6pPr algn="l">
              <a:defRPr sz="2250" b="0">
                <a:solidFill>
                  <a:srgbClr val="626B69"/>
                </a:solidFill>
                <a:latin typeface="Malgun Gothic"/>
                <a:ea typeface="Malgun Gothic"/>
                <a:cs typeface="Malgun Gothic"/>
              </a:defRPr>
            </a:lvl6pPr>
            <a:lvl7pPr algn="l">
              <a:defRPr sz="2250" b="0">
                <a:solidFill>
                  <a:srgbClr val="626B69"/>
                </a:solidFill>
                <a:latin typeface="Malgun Gothic"/>
                <a:ea typeface="Malgun Gothic"/>
                <a:cs typeface="Malgun Gothic"/>
              </a:defRPr>
            </a:lvl7pPr>
            <a:lvl8pPr algn="l">
              <a:defRPr sz="2250" b="0">
                <a:solidFill>
                  <a:srgbClr val="626B69"/>
                </a:solidFill>
                <a:latin typeface="Malgun Gothic"/>
                <a:ea typeface="Malgun Gothic"/>
                <a:cs typeface="Malgun Gothic"/>
              </a:defRPr>
            </a:lvl8pPr>
            <a:lvl9pPr algn="l">
              <a:defRPr sz="2250" b="0">
                <a:solidFill>
                  <a:srgbClr val="626B69"/>
                </a:solidFill>
                <a:latin typeface="Malgun Gothic"/>
                <a:ea typeface="Malgun Gothic"/>
                <a:cs typeface="Malgun Gothic"/>
              </a:defRPr>
            </a:lvl9pPr>
          </a:lstStyle>
          <a:p xmlns:a="http://schemas.openxmlformats.org/drawingml/2006/main">
            <a:pPr algn="l">
              <a:defRPr sz="2250" b="0">
                <a:solidFill>
                  <a:srgbClr val="626B69"/>
                </a:solidFill>
                <a:latin typeface="Malgun Gothic"/>
                <a:ea typeface="Malgun Gothic"/>
                <a:cs typeface="Malgun Gothic"/>
              </a:defRPr>
            </a:pPr>
            <a:r>
              <a:rPr sz="2250" b="0">
                <a:solidFill>
                  <a:srgbClr val="626B69"/>
                </a:solidFill>
                <a:latin typeface="Malgun Gothic"/>
                <a:ea typeface="Malgun Gothic"/>
                <a:cs typeface="Malgun Gothic"/>
              </a:rPr>
              <a:t>Setup WNS</a:t>
            </a:r>
          </a:p>
        </p:txBody>
      </p:sp>
      <p:sp>
        <p:nvSpPr>
          <p:cNvPr id="5" name="">
            <a:extLst xmlns:a="http://schemas.openxmlformats.org/drawingml/2006/main">
              <a:ext uri="{FF2B5EF4-FFF2-40B4-BE49-F238E27FC236}">
                <a16:creationId xmlns:a16="http://schemas.microsoft.com/office/drawing/2014/main" id="{AF3E72D2-4B87-4176-8099-6B8C8D04620E}"/>
              </a:ext>
            </a:extLst>
          </p:cNvPr>
          <p:cNvSpPr>
            <a:spLocks xmlns:a="http://schemas.openxmlformats.org/drawingml/2006/main" noGrp="1"/>
          </p:cNvSpPr>
          <p:nvPr/>
        </p:nvSpPr>
        <p:spPr>
          <a:xfrm xmlns:a="http://schemas.openxmlformats.org/drawingml/2006/main">
            <a:off x="647700" y="2400300"/>
            <a:ext cx="5143500"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4950" b="1">
                <a:solidFill>
                  <a:srgbClr val="087E82"/>
                </a:solidFill>
                <a:latin typeface="Consolas"/>
                <a:ea typeface="Consolas"/>
                <a:cs typeface="Consolas"/>
              </a:defRPr>
            </a:defPPr>
            <a:lvl1pPr algn="l">
              <a:defRPr sz="4950" b="1">
                <a:solidFill>
                  <a:srgbClr val="087E82"/>
                </a:solidFill>
                <a:latin typeface="Consolas"/>
                <a:ea typeface="Consolas"/>
                <a:cs typeface="Consolas"/>
              </a:defRPr>
            </a:lvl1pPr>
            <a:lvl2pPr algn="l">
              <a:defRPr sz="4950" b="1">
                <a:solidFill>
                  <a:srgbClr val="087E82"/>
                </a:solidFill>
                <a:latin typeface="Consolas"/>
                <a:ea typeface="Consolas"/>
                <a:cs typeface="Consolas"/>
              </a:defRPr>
            </a:lvl2pPr>
            <a:lvl3pPr algn="l">
              <a:defRPr sz="4950" b="1">
                <a:solidFill>
                  <a:srgbClr val="087E82"/>
                </a:solidFill>
                <a:latin typeface="Consolas"/>
                <a:ea typeface="Consolas"/>
                <a:cs typeface="Consolas"/>
              </a:defRPr>
            </a:lvl3pPr>
            <a:lvl4pPr algn="l">
              <a:defRPr sz="4950" b="1">
                <a:solidFill>
                  <a:srgbClr val="087E82"/>
                </a:solidFill>
                <a:latin typeface="Consolas"/>
                <a:ea typeface="Consolas"/>
                <a:cs typeface="Consolas"/>
              </a:defRPr>
            </a:lvl4pPr>
            <a:lvl5pPr algn="l">
              <a:defRPr sz="4950" b="1">
                <a:solidFill>
                  <a:srgbClr val="087E82"/>
                </a:solidFill>
                <a:latin typeface="Consolas"/>
                <a:ea typeface="Consolas"/>
                <a:cs typeface="Consolas"/>
              </a:defRPr>
            </a:lvl5pPr>
            <a:lvl6pPr algn="l">
              <a:defRPr sz="4950" b="1">
                <a:solidFill>
                  <a:srgbClr val="087E82"/>
                </a:solidFill>
                <a:latin typeface="Consolas"/>
                <a:ea typeface="Consolas"/>
                <a:cs typeface="Consolas"/>
              </a:defRPr>
            </a:lvl6pPr>
            <a:lvl7pPr algn="l">
              <a:defRPr sz="4950" b="1">
                <a:solidFill>
                  <a:srgbClr val="087E82"/>
                </a:solidFill>
                <a:latin typeface="Consolas"/>
                <a:ea typeface="Consolas"/>
                <a:cs typeface="Consolas"/>
              </a:defRPr>
            </a:lvl7pPr>
            <a:lvl8pPr algn="l">
              <a:defRPr sz="4950" b="1">
                <a:solidFill>
                  <a:srgbClr val="087E82"/>
                </a:solidFill>
                <a:latin typeface="Consolas"/>
                <a:ea typeface="Consolas"/>
                <a:cs typeface="Consolas"/>
              </a:defRPr>
            </a:lvl8pPr>
            <a:lvl9pPr algn="l">
              <a:defRPr sz="4950" b="1">
                <a:solidFill>
                  <a:srgbClr val="087E82"/>
                </a:solidFill>
                <a:latin typeface="Consolas"/>
                <a:ea typeface="Consolas"/>
                <a:cs typeface="Consolas"/>
              </a:defRPr>
            </a:lvl9pPr>
          </a:lstStyle>
          <a:p xmlns:a="http://schemas.openxmlformats.org/drawingml/2006/main">
            <a:pPr algn="l">
              <a:defRPr sz="4950" b="1">
                <a:solidFill>
                  <a:srgbClr val="087E82"/>
                </a:solidFill>
                <a:latin typeface="Consolas"/>
                <a:ea typeface="Consolas"/>
                <a:cs typeface="Consolas"/>
              </a:defRPr>
            </a:pPr>
            <a:r>
              <a:rPr sz="4950" b="1">
                <a:solidFill>
                  <a:srgbClr val="087E82"/>
                </a:solidFill>
                <a:latin typeface="Consolas"/>
                <a:ea typeface="Consolas"/>
                <a:cs typeface="Consolas"/>
              </a:rPr>
              <a:t>5.146 ns</a:t>
            </a:r>
          </a:p>
        </p:txBody>
      </p:sp>
      <p:sp>
        <p:nvSpPr>
          <p:cNvPr id="6" name="">
            <a:extLst xmlns:a="http://schemas.openxmlformats.org/drawingml/2006/main">
              <a:ext uri="{FF2B5EF4-FFF2-40B4-BE49-F238E27FC236}">
                <a16:creationId xmlns:a16="http://schemas.microsoft.com/office/drawing/2014/main" id="{26F791DF-E620-42BA-B36F-B610E6D2A851}"/>
              </a:ext>
            </a:extLst>
          </p:cNvPr>
          <p:cNvSpPr>
            <a:spLocks xmlns:a="http://schemas.openxmlformats.org/drawingml/2006/main" noGrp="1"/>
          </p:cNvSpPr>
          <p:nvPr/>
        </p:nvSpPr>
        <p:spPr>
          <a:xfrm xmlns:a="http://schemas.openxmlformats.org/drawingml/2006/main">
            <a:off x="6934200" y="1790700"/>
            <a:ext cx="45720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250" b="0">
                <a:solidFill>
                  <a:srgbClr val="626B69"/>
                </a:solidFill>
                <a:latin typeface="Malgun Gothic"/>
                <a:ea typeface="Malgun Gothic"/>
                <a:cs typeface="Malgun Gothic"/>
              </a:defRPr>
            </a:defPPr>
            <a:lvl1pPr algn="l">
              <a:defRPr sz="2250" b="0">
                <a:solidFill>
                  <a:srgbClr val="626B69"/>
                </a:solidFill>
                <a:latin typeface="Malgun Gothic"/>
                <a:ea typeface="Malgun Gothic"/>
                <a:cs typeface="Malgun Gothic"/>
              </a:defRPr>
            </a:lvl1pPr>
            <a:lvl2pPr algn="l">
              <a:defRPr sz="2250" b="0">
                <a:solidFill>
                  <a:srgbClr val="626B69"/>
                </a:solidFill>
                <a:latin typeface="Malgun Gothic"/>
                <a:ea typeface="Malgun Gothic"/>
                <a:cs typeface="Malgun Gothic"/>
              </a:defRPr>
            </a:lvl2pPr>
            <a:lvl3pPr algn="l">
              <a:defRPr sz="2250" b="0">
                <a:solidFill>
                  <a:srgbClr val="626B69"/>
                </a:solidFill>
                <a:latin typeface="Malgun Gothic"/>
                <a:ea typeface="Malgun Gothic"/>
                <a:cs typeface="Malgun Gothic"/>
              </a:defRPr>
            </a:lvl3pPr>
            <a:lvl4pPr algn="l">
              <a:defRPr sz="2250" b="0">
                <a:solidFill>
                  <a:srgbClr val="626B69"/>
                </a:solidFill>
                <a:latin typeface="Malgun Gothic"/>
                <a:ea typeface="Malgun Gothic"/>
                <a:cs typeface="Malgun Gothic"/>
              </a:defRPr>
            </a:lvl4pPr>
            <a:lvl5pPr algn="l">
              <a:defRPr sz="2250" b="0">
                <a:solidFill>
                  <a:srgbClr val="626B69"/>
                </a:solidFill>
                <a:latin typeface="Malgun Gothic"/>
                <a:ea typeface="Malgun Gothic"/>
                <a:cs typeface="Malgun Gothic"/>
              </a:defRPr>
            </a:lvl5pPr>
            <a:lvl6pPr algn="l">
              <a:defRPr sz="2250" b="0">
                <a:solidFill>
                  <a:srgbClr val="626B69"/>
                </a:solidFill>
                <a:latin typeface="Malgun Gothic"/>
                <a:ea typeface="Malgun Gothic"/>
                <a:cs typeface="Malgun Gothic"/>
              </a:defRPr>
            </a:lvl6pPr>
            <a:lvl7pPr algn="l">
              <a:defRPr sz="2250" b="0">
                <a:solidFill>
                  <a:srgbClr val="626B69"/>
                </a:solidFill>
                <a:latin typeface="Malgun Gothic"/>
                <a:ea typeface="Malgun Gothic"/>
                <a:cs typeface="Malgun Gothic"/>
              </a:defRPr>
            </a:lvl7pPr>
            <a:lvl8pPr algn="l">
              <a:defRPr sz="2250" b="0">
                <a:solidFill>
                  <a:srgbClr val="626B69"/>
                </a:solidFill>
                <a:latin typeface="Malgun Gothic"/>
                <a:ea typeface="Malgun Gothic"/>
                <a:cs typeface="Malgun Gothic"/>
              </a:defRPr>
            </a:lvl8pPr>
            <a:lvl9pPr algn="l">
              <a:defRPr sz="2250" b="0">
                <a:solidFill>
                  <a:srgbClr val="626B69"/>
                </a:solidFill>
                <a:latin typeface="Malgun Gothic"/>
                <a:ea typeface="Malgun Gothic"/>
                <a:cs typeface="Malgun Gothic"/>
              </a:defRPr>
            </a:lvl9pPr>
          </a:lstStyle>
          <a:p xmlns:a="http://schemas.openxmlformats.org/drawingml/2006/main">
            <a:pPr algn="l">
              <a:defRPr sz="2250" b="0">
                <a:solidFill>
                  <a:srgbClr val="626B69"/>
                </a:solidFill>
                <a:latin typeface="Malgun Gothic"/>
                <a:ea typeface="Malgun Gothic"/>
                <a:cs typeface="Malgun Gothic"/>
              </a:defRPr>
            </a:pPr>
            <a:r>
              <a:rPr sz="2250" b="0">
                <a:solidFill>
                  <a:srgbClr val="626B69"/>
                </a:solidFill>
                <a:latin typeface="Malgun Gothic"/>
                <a:ea typeface="Malgun Gothic"/>
                <a:cs typeface="Malgun Gothic"/>
              </a:rPr>
              <a:t>Hold WHS</a:t>
            </a:r>
          </a:p>
        </p:txBody>
      </p:sp>
      <p:sp>
        <p:nvSpPr>
          <p:cNvPr id="7" name="">
            <a:extLst xmlns:a="http://schemas.openxmlformats.org/drawingml/2006/main">
              <a:ext uri="{FF2B5EF4-FFF2-40B4-BE49-F238E27FC236}">
                <a16:creationId xmlns:a16="http://schemas.microsoft.com/office/drawing/2014/main" id="{4C24C1FE-D819-4E1D-861D-372EDF963B17}"/>
              </a:ext>
            </a:extLst>
          </p:cNvPr>
          <p:cNvSpPr>
            <a:spLocks xmlns:a="http://schemas.openxmlformats.org/drawingml/2006/main" noGrp="1"/>
          </p:cNvSpPr>
          <p:nvPr/>
        </p:nvSpPr>
        <p:spPr>
          <a:xfrm xmlns:a="http://schemas.openxmlformats.org/drawingml/2006/main">
            <a:off x="6896100" y="2400300"/>
            <a:ext cx="4572000"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4950" b="1">
                <a:solidFill>
                  <a:srgbClr val="087E82"/>
                </a:solidFill>
                <a:latin typeface="Consolas"/>
                <a:ea typeface="Consolas"/>
                <a:cs typeface="Consolas"/>
              </a:defRPr>
            </a:defPPr>
            <a:lvl1pPr algn="l">
              <a:defRPr sz="4950" b="1">
                <a:solidFill>
                  <a:srgbClr val="087E82"/>
                </a:solidFill>
                <a:latin typeface="Consolas"/>
                <a:ea typeface="Consolas"/>
                <a:cs typeface="Consolas"/>
              </a:defRPr>
            </a:lvl1pPr>
            <a:lvl2pPr algn="l">
              <a:defRPr sz="4950" b="1">
                <a:solidFill>
                  <a:srgbClr val="087E82"/>
                </a:solidFill>
                <a:latin typeface="Consolas"/>
                <a:ea typeface="Consolas"/>
                <a:cs typeface="Consolas"/>
              </a:defRPr>
            </a:lvl2pPr>
            <a:lvl3pPr algn="l">
              <a:defRPr sz="4950" b="1">
                <a:solidFill>
                  <a:srgbClr val="087E82"/>
                </a:solidFill>
                <a:latin typeface="Consolas"/>
                <a:ea typeface="Consolas"/>
                <a:cs typeface="Consolas"/>
              </a:defRPr>
            </a:lvl3pPr>
            <a:lvl4pPr algn="l">
              <a:defRPr sz="4950" b="1">
                <a:solidFill>
                  <a:srgbClr val="087E82"/>
                </a:solidFill>
                <a:latin typeface="Consolas"/>
                <a:ea typeface="Consolas"/>
                <a:cs typeface="Consolas"/>
              </a:defRPr>
            </a:lvl4pPr>
            <a:lvl5pPr algn="l">
              <a:defRPr sz="4950" b="1">
                <a:solidFill>
                  <a:srgbClr val="087E82"/>
                </a:solidFill>
                <a:latin typeface="Consolas"/>
                <a:ea typeface="Consolas"/>
                <a:cs typeface="Consolas"/>
              </a:defRPr>
            </a:lvl5pPr>
            <a:lvl6pPr algn="l">
              <a:defRPr sz="4950" b="1">
                <a:solidFill>
                  <a:srgbClr val="087E82"/>
                </a:solidFill>
                <a:latin typeface="Consolas"/>
                <a:ea typeface="Consolas"/>
                <a:cs typeface="Consolas"/>
              </a:defRPr>
            </a:lvl6pPr>
            <a:lvl7pPr algn="l">
              <a:defRPr sz="4950" b="1">
                <a:solidFill>
                  <a:srgbClr val="087E82"/>
                </a:solidFill>
                <a:latin typeface="Consolas"/>
                <a:ea typeface="Consolas"/>
                <a:cs typeface="Consolas"/>
              </a:defRPr>
            </a:lvl7pPr>
            <a:lvl8pPr algn="l">
              <a:defRPr sz="4950" b="1">
                <a:solidFill>
                  <a:srgbClr val="087E82"/>
                </a:solidFill>
                <a:latin typeface="Consolas"/>
                <a:ea typeface="Consolas"/>
                <a:cs typeface="Consolas"/>
              </a:defRPr>
            </a:lvl8pPr>
            <a:lvl9pPr algn="l">
              <a:defRPr sz="4950" b="1">
                <a:solidFill>
                  <a:srgbClr val="087E82"/>
                </a:solidFill>
                <a:latin typeface="Consolas"/>
                <a:ea typeface="Consolas"/>
                <a:cs typeface="Consolas"/>
              </a:defRPr>
            </a:lvl9pPr>
          </a:lstStyle>
          <a:p xmlns:a="http://schemas.openxmlformats.org/drawingml/2006/main">
            <a:pPr algn="l">
              <a:defRPr sz="4950" b="1">
                <a:solidFill>
                  <a:srgbClr val="087E82"/>
                </a:solidFill>
                <a:latin typeface="Consolas"/>
                <a:ea typeface="Consolas"/>
                <a:cs typeface="Consolas"/>
              </a:defRPr>
            </a:pPr>
            <a:r>
              <a:rPr sz="4950" b="1">
                <a:solidFill>
                  <a:srgbClr val="087E82"/>
                </a:solidFill>
                <a:latin typeface="Consolas"/>
                <a:ea typeface="Consolas"/>
                <a:cs typeface="Consolas"/>
              </a:rPr>
              <a:t>0.191 ns</a:t>
            </a:r>
          </a:p>
        </p:txBody>
      </p:sp>
      <p:sp>
        <p:nvSpPr>
          <p:cNvPr id="8" name="">
            <a:extLst xmlns:a="http://schemas.openxmlformats.org/drawingml/2006/main">
              <a:ext uri="{FF2B5EF4-FFF2-40B4-BE49-F238E27FC236}">
                <a16:creationId xmlns:a16="http://schemas.microsoft.com/office/drawing/2014/main" id="{BDB4B8C4-329C-4E4E-958C-0D9DC49D879A}"/>
              </a:ext>
            </a:extLst>
          </p:cNvPr>
          <p:cNvSpPr>
            <a:spLocks xmlns:a="http://schemas.openxmlformats.org/drawingml/2006/main" noGrp="1"/>
          </p:cNvSpPr>
          <p:nvPr/>
        </p:nvSpPr>
        <p:spPr>
          <a:xfrm xmlns:a="http://schemas.openxmlformats.org/drawingml/2006/main">
            <a:off x="685800" y="3876675"/>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9" name="">
            <a:extLst xmlns:a="http://schemas.openxmlformats.org/drawingml/2006/main">
              <a:ext uri="{FF2B5EF4-FFF2-40B4-BE49-F238E27FC236}">
                <a16:creationId xmlns:a16="http://schemas.microsoft.com/office/drawing/2014/main" id="{9AC61A9C-7CEC-4C6D-BFF9-7DC18AAD2A34}"/>
              </a:ext>
            </a:extLst>
          </p:cNvPr>
          <p:cNvSpPr>
            <a:spLocks xmlns:a="http://schemas.openxmlformats.org/drawingml/2006/main" noGrp="1"/>
          </p:cNvSpPr>
          <p:nvPr/>
        </p:nvSpPr>
        <p:spPr>
          <a:xfrm xmlns:a="http://schemas.openxmlformats.org/drawingml/2006/main">
            <a:off x="685800" y="4124325"/>
            <a:ext cx="10477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B64235"/>
                </a:solidFill>
                <a:latin typeface="Malgun Gothic"/>
                <a:ea typeface="Malgun Gothic"/>
                <a:cs typeface="Malgun Gothic"/>
              </a:defRPr>
            </a:defPPr>
            <a:lvl1pPr algn="l">
              <a:defRPr sz="2100" b="0">
                <a:solidFill>
                  <a:srgbClr val="B64235"/>
                </a:solidFill>
                <a:latin typeface="Malgun Gothic"/>
                <a:ea typeface="Malgun Gothic"/>
                <a:cs typeface="Malgun Gothic"/>
              </a:defRPr>
            </a:lvl1pPr>
            <a:lvl2pPr algn="l">
              <a:defRPr sz="2100" b="0">
                <a:solidFill>
                  <a:srgbClr val="B64235"/>
                </a:solidFill>
                <a:latin typeface="Malgun Gothic"/>
                <a:ea typeface="Malgun Gothic"/>
                <a:cs typeface="Malgun Gothic"/>
              </a:defRPr>
            </a:lvl2pPr>
            <a:lvl3pPr algn="l">
              <a:defRPr sz="2100" b="0">
                <a:solidFill>
                  <a:srgbClr val="B64235"/>
                </a:solidFill>
                <a:latin typeface="Malgun Gothic"/>
                <a:ea typeface="Malgun Gothic"/>
                <a:cs typeface="Malgun Gothic"/>
              </a:defRPr>
            </a:lvl3pPr>
            <a:lvl4pPr algn="l">
              <a:defRPr sz="2100" b="0">
                <a:solidFill>
                  <a:srgbClr val="B64235"/>
                </a:solidFill>
                <a:latin typeface="Malgun Gothic"/>
                <a:ea typeface="Malgun Gothic"/>
                <a:cs typeface="Malgun Gothic"/>
              </a:defRPr>
            </a:lvl4pPr>
            <a:lvl5pPr algn="l">
              <a:defRPr sz="2100" b="0">
                <a:solidFill>
                  <a:srgbClr val="B64235"/>
                </a:solidFill>
                <a:latin typeface="Malgun Gothic"/>
                <a:ea typeface="Malgun Gothic"/>
                <a:cs typeface="Malgun Gothic"/>
              </a:defRPr>
            </a:lvl5pPr>
            <a:lvl6pPr algn="l">
              <a:defRPr sz="2100" b="0">
                <a:solidFill>
                  <a:srgbClr val="B64235"/>
                </a:solidFill>
                <a:latin typeface="Malgun Gothic"/>
                <a:ea typeface="Malgun Gothic"/>
                <a:cs typeface="Malgun Gothic"/>
              </a:defRPr>
            </a:lvl6pPr>
            <a:lvl7pPr algn="l">
              <a:defRPr sz="2100" b="0">
                <a:solidFill>
                  <a:srgbClr val="B64235"/>
                </a:solidFill>
                <a:latin typeface="Malgun Gothic"/>
                <a:ea typeface="Malgun Gothic"/>
                <a:cs typeface="Malgun Gothic"/>
              </a:defRPr>
            </a:lvl7pPr>
            <a:lvl8pPr algn="l">
              <a:defRPr sz="2100" b="0">
                <a:solidFill>
                  <a:srgbClr val="B64235"/>
                </a:solidFill>
                <a:latin typeface="Malgun Gothic"/>
                <a:ea typeface="Malgun Gothic"/>
                <a:cs typeface="Malgun Gothic"/>
              </a:defRPr>
            </a:lvl8pPr>
            <a:lvl9pPr algn="l">
              <a:defRPr sz="2100" b="0">
                <a:solidFill>
                  <a:srgbClr val="B64235"/>
                </a:solidFill>
                <a:latin typeface="Malgun Gothic"/>
                <a:ea typeface="Malgun Gothic"/>
                <a:cs typeface="Malgun Gothic"/>
              </a:defRPr>
            </a:lvl9pPr>
          </a:lstStyle>
          <a:p xmlns:a="http://schemas.openxmlformats.org/drawingml/2006/main">
            <a:pPr algn="l">
              <a:defRPr sz="2100" b="0">
                <a:solidFill>
                  <a:srgbClr val="B64235"/>
                </a:solidFill>
                <a:latin typeface="Malgun Gothic"/>
                <a:ea typeface="Malgun Gothic"/>
                <a:cs typeface="Malgun Gothic"/>
              </a:defRPr>
            </a:pPr>
            <a:r>
              <a:rPr sz="2100" b="0">
                <a:solidFill>
                  <a:srgbClr val="B64235"/>
                </a:solidFill>
                <a:latin typeface="Malgun Gothic"/>
                <a:ea typeface="Malgun Gothic"/>
                <a:cs typeface="Malgun Gothic"/>
              </a:rPr>
              <a:t>이번 자료 작성에서 구현 단계는 재실행하지 않음</a:t>
            </a:r>
          </a:p>
        </p:txBody>
      </p:sp>
      <p:sp>
        <p:nvSpPr>
          <p:cNvPr id="10" name="">
            <a:extLst xmlns:a="http://schemas.openxmlformats.org/drawingml/2006/main">
              <a:ext uri="{FF2B5EF4-FFF2-40B4-BE49-F238E27FC236}">
                <a16:creationId xmlns:a16="http://schemas.microsoft.com/office/drawing/2014/main" id="{0248A167-3DB1-46C3-B276-41FE9DB55D97}"/>
              </a:ext>
            </a:extLst>
          </p:cNvPr>
          <p:cNvSpPr>
            <a:spLocks xmlns:a="http://schemas.openxmlformats.org/drawingml/2006/main" noGrp="1"/>
          </p:cNvSpPr>
          <p:nvPr/>
        </p:nvSpPr>
        <p:spPr>
          <a:xfrm xmlns:a="http://schemas.openxmlformats.org/drawingml/2006/main">
            <a:off x="685800" y="4648200"/>
            <a:ext cx="10477500"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Malgun Gothic"/>
                <a:ea typeface="Malgun Gothic"/>
                <a:cs typeface="Malgun Gothic"/>
              </a:defRPr>
            </a:defPPr>
            <a:lvl1pPr algn="l">
              <a:defRPr sz="2025" b="0">
                <a:solidFill>
                  <a:srgbClr val="171B1B"/>
                </a:solidFill>
                <a:latin typeface="Malgun Gothic"/>
                <a:ea typeface="Malgun Gothic"/>
                <a:cs typeface="Malgun Gothic"/>
              </a:defRPr>
            </a:lvl1pPr>
            <a:lvl2pPr algn="l">
              <a:defRPr sz="2025" b="0">
                <a:solidFill>
                  <a:srgbClr val="171B1B"/>
                </a:solidFill>
                <a:latin typeface="Malgun Gothic"/>
                <a:ea typeface="Malgun Gothic"/>
                <a:cs typeface="Malgun Gothic"/>
              </a:defRPr>
            </a:lvl2pPr>
            <a:lvl3pPr algn="l">
              <a:defRPr sz="2025" b="0">
                <a:solidFill>
                  <a:srgbClr val="171B1B"/>
                </a:solidFill>
                <a:latin typeface="Malgun Gothic"/>
                <a:ea typeface="Malgun Gothic"/>
                <a:cs typeface="Malgun Gothic"/>
              </a:defRPr>
            </a:lvl3pPr>
            <a:lvl4pPr algn="l">
              <a:defRPr sz="2025" b="0">
                <a:solidFill>
                  <a:srgbClr val="171B1B"/>
                </a:solidFill>
                <a:latin typeface="Malgun Gothic"/>
                <a:ea typeface="Malgun Gothic"/>
                <a:cs typeface="Malgun Gothic"/>
              </a:defRPr>
            </a:lvl4pPr>
            <a:lvl5pPr algn="l">
              <a:defRPr sz="2025" b="0">
                <a:solidFill>
                  <a:srgbClr val="171B1B"/>
                </a:solidFill>
                <a:latin typeface="Malgun Gothic"/>
                <a:ea typeface="Malgun Gothic"/>
                <a:cs typeface="Malgun Gothic"/>
              </a:defRPr>
            </a:lvl5pPr>
            <a:lvl6pPr algn="l">
              <a:defRPr sz="2025" b="0">
                <a:solidFill>
                  <a:srgbClr val="171B1B"/>
                </a:solidFill>
                <a:latin typeface="Malgun Gothic"/>
                <a:ea typeface="Malgun Gothic"/>
                <a:cs typeface="Malgun Gothic"/>
              </a:defRPr>
            </a:lvl6pPr>
            <a:lvl7pPr algn="l">
              <a:defRPr sz="2025" b="0">
                <a:solidFill>
                  <a:srgbClr val="171B1B"/>
                </a:solidFill>
                <a:latin typeface="Malgun Gothic"/>
                <a:ea typeface="Malgun Gothic"/>
                <a:cs typeface="Malgun Gothic"/>
              </a:defRPr>
            </a:lvl7pPr>
            <a:lvl8pPr algn="l">
              <a:defRPr sz="2025" b="0">
                <a:solidFill>
                  <a:srgbClr val="171B1B"/>
                </a:solidFill>
                <a:latin typeface="Malgun Gothic"/>
                <a:ea typeface="Malgun Gothic"/>
                <a:cs typeface="Malgun Gothic"/>
              </a:defRPr>
            </a:lvl8pPr>
            <a:lvl9pPr algn="l">
              <a:defRPr sz="2025" b="0">
                <a:solidFill>
                  <a:srgbClr val="171B1B"/>
                </a:solidFill>
                <a:latin typeface="Malgun Gothic"/>
                <a:ea typeface="Malgun Gothic"/>
                <a:cs typeface="Malgun Gothic"/>
              </a:defRPr>
            </a:lvl9pPr>
          </a:lstStyle>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no_clock pin 2개 · unconstrained endpoint 4개</a:t>
            </a:r>
          </a:p>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I/O delay 누락: 입력 4개 · 출력 14개</a:t>
            </a:r>
          </a:p>
        </p:txBody>
      </p:sp>
      <p:sp>
        <p:nvSpPr>
          <p:cNvPr id="11" name="">
            <a:extLst xmlns:a="http://schemas.openxmlformats.org/drawingml/2006/main">
              <a:ext uri="{FF2B5EF4-FFF2-40B4-BE49-F238E27FC236}">
                <a16:creationId xmlns:a16="http://schemas.microsoft.com/office/drawing/2014/main" id="{313A40F4-B58E-403D-9796-CA317FA64ADD}"/>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양수 slack은 분석된 경로의 결과다. 제약 누락을 해결한 뒤 다시 sign-off 해야 한다.</a:t>
            </a:r>
          </a:p>
        </p:txBody>
      </p:sp>
    </p:spTree>
    <p:extLst>
      <p:ext uri="{BB962C8B-B14F-4D97-AF65-F5344CB8AC3E}">
        <p14:creationId xmlns:p14="http://schemas.microsoft.com/office/powerpoint/2010/main" val="2133692705"/>
      </p:ext>
    </p:extLst>
  </p:cSld>
</p:sld>
</file>

<file path=ppt/slides/slide1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FE706A-152F-472C-A3B3-12F44145C43D}"/>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Troubleshooting: 코드에서 확인한 사항</a:t>
            </a:r>
          </a:p>
        </p:txBody>
      </p:sp>
      <p:sp>
        <p:nvSpPr>
          <p:cNvPr id="2" name="">
            <a:extLst xmlns:a="http://schemas.openxmlformats.org/drawingml/2006/main">
              <a:ext uri="{FF2B5EF4-FFF2-40B4-BE49-F238E27FC236}">
                <a16:creationId xmlns:a16="http://schemas.microsoft.com/office/drawing/2014/main" id="{406BC5CB-D5C2-4D36-8EE9-F094F207351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02AAF8BB-19D2-44C8-87AF-0C0343166013}"/>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13</a:t>
            </a:r>
          </a:p>
        </p:txBody>
      </p:sp>
      <p:sp>
        <p:nvSpPr>
          <p:cNvPr id="4" name="">
            <a:extLst xmlns:a="http://schemas.openxmlformats.org/drawingml/2006/main">
              <a:ext uri="{FF2B5EF4-FFF2-40B4-BE49-F238E27FC236}">
                <a16:creationId xmlns:a16="http://schemas.microsoft.com/office/drawing/2014/main" id="{3F28C39B-F95F-4E94-935A-63BF803549A2}"/>
              </a:ext>
            </a:extLst>
          </p:cNvPr>
          <p:cNvSpPr>
            <a:spLocks xmlns:a="http://schemas.openxmlformats.org/drawingml/2006/main" noGrp="1"/>
          </p:cNvSpPr>
          <p:nvPr/>
        </p:nvSpPr>
        <p:spPr>
          <a:xfrm xmlns:a="http://schemas.openxmlformats.org/drawingml/2006/main">
            <a:off x="685800" y="1657350"/>
            <a:ext cx="25717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버튼 튐</a:t>
            </a:r>
          </a:p>
        </p:txBody>
      </p:sp>
      <p:sp>
        <p:nvSpPr>
          <p:cNvPr id="5" name="">
            <a:extLst xmlns:a="http://schemas.openxmlformats.org/drawingml/2006/main">
              <a:ext uri="{FF2B5EF4-FFF2-40B4-BE49-F238E27FC236}">
                <a16:creationId xmlns:a16="http://schemas.microsoft.com/office/drawing/2014/main" id="{94DE6CCA-C39E-457F-A807-2C112A50CC3C}"/>
              </a:ext>
            </a:extLst>
          </p:cNvPr>
          <p:cNvSpPr>
            <a:spLocks xmlns:a="http://schemas.openxmlformats.org/drawingml/2006/main" noGrp="1"/>
          </p:cNvSpPr>
          <p:nvPr/>
        </p:nvSpPr>
        <p:spPr>
          <a:xfrm xmlns:a="http://schemas.openxmlformats.org/drawingml/2006/main">
            <a:off x="3381375" y="1657350"/>
            <a:ext cx="5810250"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안정화 카운터로 처리</a:t>
            </a:r>
          </a:p>
        </p:txBody>
      </p:sp>
      <p:sp>
        <p:nvSpPr>
          <p:cNvPr id="6" name="">
            <a:extLst xmlns:a="http://schemas.openxmlformats.org/drawingml/2006/main">
              <a:ext uri="{FF2B5EF4-FFF2-40B4-BE49-F238E27FC236}">
                <a16:creationId xmlns:a16="http://schemas.microsoft.com/office/drawing/2014/main" id="{015585A4-992A-42AE-B9D0-2047C829D922}"/>
              </a:ext>
            </a:extLst>
          </p:cNvPr>
          <p:cNvSpPr>
            <a:spLocks xmlns:a="http://schemas.openxmlformats.org/drawingml/2006/main" noGrp="1"/>
          </p:cNvSpPr>
          <p:nvPr/>
        </p:nvSpPr>
        <p:spPr>
          <a:xfrm xmlns:a="http://schemas.openxmlformats.org/drawingml/2006/main">
            <a:off x="9525000" y="1657350"/>
            <a:ext cx="2000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1">
                <a:solidFill>
                  <a:srgbClr val="087E82"/>
                </a:solidFill>
                <a:latin typeface="Malgun Gothic"/>
                <a:ea typeface="Malgun Gothic"/>
                <a:cs typeface="Malgun Gothic"/>
              </a:defRPr>
            </a:defPPr>
            <a:lvl1pPr algn="l">
              <a:defRPr sz="1875" b="1">
                <a:solidFill>
                  <a:srgbClr val="087E82"/>
                </a:solidFill>
                <a:latin typeface="Malgun Gothic"/>
                <a:ea typeface="Malgun Gothic"/>
                <a:cs typeface="Malgun Gothic"/>
              </a:defRPr>
            </a:lvl1pPr>
            <a:lvl2pPr algn="l">
              <a:defRPr sz="1875" b="1">
                <a:solidFill>
                  <a:srgbClr val="087E82"/>
                </a:solidFill>
                <a:latin typeface="Malgun Gothic"/>
                <a:ea typeface="Malgun Gothic"/>
                <a:cs typeface="Malgun Gothic"/>
              </a:defRPr>
            </a:lvl2pPr>
            <a:lvl3pPr algn="l">
              <a:defRPr sz="1875" b="1">
                <a:solidFill>
                  <a:srgbClr val="087E82"/>
                </a:solidFill>
                <a:latin typeface="Malgun Gothic"/>
                <a:ea typeface="Malgun Gothic"/>
                <a:cs typeface="Malgun Gothic"/>
              </a:defRPr>
            </a:lvl3pPr>
            <a:lvl4pPr algn="l">
              <a:defRPr sz="1875" b="1">
                <a:solidFill>
                  <a:srgbClr val="087E82"/>
                </a:solidFill>
                <a:latin typeface="Malgun Gothic"/>
                <a:ea typeface="Malgun Gothic"/>
                <a:cs typeface="Malgun Gothic"/>
              </a:defRPr>
            </a:lvl4pPr>
            <a:lvl5pPr algn="l">
              <a:defRPr sz="1875" b="1">
                <a:solidFill>
                  <a:srgbClr val="087E82"/>
                </a:solidFill>
                <a:latin typeface="Malgun Gothic"/>
                <a:ea typeface="Malgun Gothic"/>
                <a:cs typeface="Malgun Gothic"/>
              </a:defRPr>
            </a:lvl5pPr>
            <a:lvl6pPr algn="l">
              <a:defRPr sz="1875" b="1">
                <a:solidFill>
                  <a:srgbClr val="087E82"/>
                </a:solidFill>
                <a:latin typeface="Malgun Gothic"/>
                <a:ea typeface="Malgun Gothic"/>
                <a:cs typeface="Malgun Gothic"/>
              </a:defRPr>
            </a:lvl6pPr>
            <a:lvl7pPr algn="l">
              <a:defRPr sz="1875" b="1">
                <a:solidFill>
                  <a:srgbClr val="087E82"/>
                </a:solidFill>
                <a:latin typeface="Malgun Gothic"/>
                <a:ea typeface="Malgun Gothic"/>
                <a:cs typeface="Malgun Gothic"/>
              </a:defRPr>
            </a:lvl7pPr>
            <a:lvl8pPr algn="l">
              <a:defRPr sz="1875" b="1">
                <a:solidFill>
                  <a:srgbClr val="087E82"/>
                </a:solidFill>
                <a:latin typeface="Malgun Gothic"/>
                <a:ea typeface="Malgun Gothic"/>
                <a:cs typeface="Malgun Gothic"/>
              </a:defRPr>
            </a:lvl8pPr>
            <a:lvl9pPr algn="l">
              <a:defRPr sz="1875" b="1">
                <a:solidFill>
                  <a:srgbClr val="087E82"/>
                </a:solidFill>
                <a:latin typeface="Malgun Gothic"/>
                <a:ea typeface="Malgun Gothic"/>
                <a:cs typeface="Malgun Gothic"/>
              </a:defRPr>
            </a:lvl9pPr>
          </a:lstStyle>
          <a:p xmlns:a="http://schemas.openxmlformats.org/drawingml/2006/main">
            <a:pPr algn="l">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현재 적용</a:t>
            </a:r>
          </a:p>
        </p:txBody>
      </p:sp>
      <p:sp>
        <p:nvSpPr>
          <p:cNvPr id="7" name="">
            <a:extLst xmlns:a="http://schemas.openxmlformats.org/drawingml/2006/main">
              <a:ext uri="{FF2B5EF4-FFF2-40B4-BE49-F238E27FC236}">
                <a16:creationId xmlns:a16="http://schemas.microsoft.com/office/drawing/2014/main" id="{46546131-096F-45F6-B138-A68DD7B2E33B}"/>
              </a:ext>
            </a:extLst>
          </p:cNvPr>
          <p:cNvSpPr>
            <a:spLocks xmlns:a="http://schemas.openxmlformats.org/drawingml/2006/main" noGrp="1"/>
          </p:cNvSpPr>
          <p:nvPr/>
        </p:nvSpPr>
        <p:spPr>
          <a:xfrm xmlns:a="http://schemas.openxmlformats.org/drawingml/2006/main">
            <a:off x="685800" y="2447925"/>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8" name="">
            <a:extLst xmlns:a="http://schemas.openxmlformats.org/drawingml/2006/main">
              <a:ext uri="{FF2B5EF4-FFF2-40B4-BE49-F238E27FC236}">
                <a16:creationId xmlns:a16="http://schemas.microsoft.com/office/drawing/2014/main" id="{294AE162-BD15-446C-8C8B-12B5092E943E}"/>
              </a:ext>
            </a:extLst>
          </p:cNvPr>
          <p:cNvSpPr>
            <a:spLocks xmlns:a="http://schemas.openxmlformats.org/drawingml/2006/main" noGrp="1"/>
          </p:cNvSpPr>
          <p:nvPr/>
        </p:nvSpPr>
        <p:spPr>
          <a:xfrm xmlns:a="http://schemas.openxmlformats.org/drawingml/2006/main">
            <a:off x="685800" y="2657475"/>
            <a:ext cx="25717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비동기 입력</a:t>
            </a:r>
          </a:p>
        </p:txBody>
      </p:sp>
      <p:sp>
        <p:nvSpPr>
          <p:cNvPr id="9" name="">
            <a:extLst xmlns:a="http://schemas.openxmlformats.org/drawingml/2006/main">
              <a:ext uri="{FF2B5EF4-FFF2-40B4-BE49-F238E27FC236}">
                <a16:creationId xmlns:a16="http://schemas.microsoft.com/office/drawing/2014/main" id="{0396D81C-B0D8-4824-A4F0-FC7172804DBD}"/>
              </a:ext>
            </a:extLst>
          </p:cNvPr>
          <p:cNvSpPr>
            <a:spLocks xmlns:a="http://schemas.openxmlformats.org/drawingml/2006/main" noGrp="1"/>
          </p:cNvSpPr>
          <p:nvPr/>
        </p:nvSpPr>
        <p:spPr>
          <a:xfrm xmlns:a="http://schemas.openxmlformats.org/drawingml/2006/main">
            <a:off x="3381375" y="2657475"/>
            <a:ext cx="5810250"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debouncer 앞에 2-FF 추가</a:t>
            </a:r>
          </a:p>
        </p:txBody>
      </p:sp>
      <p:sp>
        <p:nvSpPr>
          <p:cNvPr id="10" name="">
            <a:extLst xmlns:a="http://schemas.openxmlformats.org/drawingml/2006/main">
              <a:ext uri="{FF2B5EF4-FFF2-40B4-BE49-F238E27FC236}">
                <a16:creationId xmlns:a16="http://schemas.microsoft.com/office/drawing/2014/main" id="{BFD631A6-67D0-4408-B3AB-26B5B3F389E4}"/>
              </a:ext>
            </a:extLst>
          </p:cNvPr>
          <p:cNvSpPr>
            <a:spLocks xmlns:a="http://schemas.openxmlformats.org/drawingml/2006/main" noGrp="1"/>
          </p:cNvSpPr>
          <p:nvPr/>
        </p:nvSpPr>
        <p:spPr>
          <a:xfrm xmlns:a="http://schemas.openxmlformats.org/drawingml/2006/main">
            <a:off x="9525000" y="2657475"/>
            <a:ext cx="2000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1">
                <a:solidFill>
                  <a:srgbClr val="B64235"/>
                </a:solidFill>
                <a:latin typeface="Malgun Gothic"/>
                <a:ea typeface="Malgun Gothic"/>
                <a:cs typeface="Malgun Gothic"/>
              </a:defRPr>
            </a:defPPr>
            <a:lvl1pPr algn="l">
              <a:defRPr sz="1875" b="1">
                <a:solidFill>
                  <a:srgbClr val="B64235"/>
                </a:solidFill>
                <a:latin typeface="Malgun Gothic"/>
                <a:ea typeface="Malgun Gothic"/>
                <a:cs typeface="Malgun Gothic"/>
              </a:defRPr>
            </a:lvl1pPr>
            <a:lvl2pPr algn="l">
              <a:defRPr sz="1875" b="1">
                <a:solidFill>
                  <a:srgbClr val="B64235"/>
                </a:solidFill>
                <a:latin typeface="Malgun Gothic"/>
                <a:ea typeface="Malgun Gothic"/>
                <a:cs typeface="Malgun Gothic"/>
              </a:defRPr>
            </a:lvl2pPr>
            <a:lvl3pPr algn="l">
              <a:defRPr sz="1875" b="1">
                <a:solidFill>
                  <a:srgbClr val="B64235"/>
                </a:solidFill>
                <a:latin typeface="Malgun Gothic"/>
                <a:ea typeface="Malgun Gothic"/>
                <a:cs typeface="Malgun Gothic"/>
              </a:defRPr>
            </a:lvl3pPr>
            <a:lvl4pPr algn="l">
              <a:defRPr sz="1875" b="1">
                <a:solidFill>
                  <a:srgbClr val="B64235"/>
                </a:solidFill>
                <a:latin typeface="Malgun Gothic"/>
                <a:ea typeface="Malgun Gothic"/>
                <a:cs typeface="Malgun Gothic"/>
              </a:defRPr>
            </a:lvl4pPr>
            <a:lvl5pPr algn="l">
              <a:defRPr sz="1875" b="1">
                <a:solidFill>
                  <a:srgbClr val="B64235"/>
                </a:solidFill>
                <a:latin typeface="Malgun Gothic"/>
                <a:ea typeface="Malgun Gothic"/>
                <a:cs typeface="Malgun Gothic"/>
              </a:defRPr>
            </a:lvl5pPr>
            <a:lvl6pPr algn="l">
              <a:defRPr sz="1875" b="1">
                <a:solidFill>
                  <a:srgbClr val="B64235"/>
                </a:solidFill>
                <a:latin typeface="Malgun Gothic"/>
                <a:ea typeface="Malgun Gothic"/>
                <a:cs typeface="Malgun Gothic"/>
              </a:defRPr>
            </a:lvl6pPr>
            <a:lvl7pPr algn="l">
              <a:defRPr sz="1875" b="1">
                <a:solidFill>
                  <a:srgbClr val="B64235"/>
                </a:solidFill>
                <a:latin typeface="Malgun Gothic"/>
                <a:ea typeface="Malgun Gothic"/>
                <a:cs typeface="Malgun Gothic"/>
              </a:defRPr>
            </a:lvl7pPr>
            <a:lvl8pPr algn="l">
              <a:defRPr sz="1875" b="1">
                <a:solidFill>
                  <a:srgbClr val="B64235"/>
                </a:solidFill>
                <a:latin typeface="Malgun Gothic"/>
                <a:ea typeface="Malgun Gothic"/>
                <a:cs typeface="Malgun Gothic"/>
              </a:defRPr>
            </a:lvl8pPr>
            <a:lvl9pPr algn="l">
              <a:defRPr sz="1875" b="1">
                <a:solidFill>
                  <a:srgbClr val="B64235"/>
                </a:solidFill>
                <a:latin typeface="Malgun Gothic"/>
                <a:ea typeface="Malgun Gothic"/>
                <a:cs typeface="Malgun Gothic"/>
              </a:defRPr>
            </a:lvl9pPr>
          </a:lstStyle>
          <a:p xmlns:a="http://schemas.openxmlformats.org/drawingml/2006/main">
            <a:pPr algn="l">
              <a:defRPr sz="1875" b="1">
                <a:solidFill>
                  <a:srgbClr val="B64235"/>
                </a:solidFill>
                <a:latin typeface="Malgun Gothic"/>
                <a:ea typeface="Malgun Gothic"/>
                <a:cs typeface="Malgun Gothic"/>
              </a:defRPr>
            </a:pPr>
            <a:r>
              <a:rPr sz="1875" b="1">
                <a:solidFill>
                  <a:srgbClr val="B64235"/>
                </a:solidFill>
                <a:latin typeface="Malgun Gothic"/>
                <a:ea typeface="Malgun Gothic"/>
                <a:cs typeface="Malgun Gothic"/>
              </a:rPr>
              <a:t>개선 제안</a:t>
            </a:r>
          </a:p>
        </p:txBody>
      </p:sp>
      <p:sp>
        <p:nvSpPr>
          <p:cNvPr id="11" name="">
            <a:extLst xmlns:a="http://schemas.openxmlformats.org/drawingml/2006/main">
              <a:ext uri="{FF2B5EF4-FFF2-40B4-BE49-F238E27FC236}">
                <a16:creationId xmlns:a16="http://schemas.microsoft.com/office/drawing/2014/main" id="{97082A9C-6DF1-444D-88BA-4754C9B90D14}"/>
              </a:ext>
            </a:extLst>
          </p:cNvPr>
          <p:cNvSpPr>
            <a:spLocks xmlns:a="http://schemas.openxmlformats.org/drawingml/2006/main" noGrp="1"/>
          </p:cNvSpPr>
          <p:nvPr/>
        </p:nvSpPr>
        <p:spPr>
          <a:xfrm xmlns:a="http://schemas.openxmlformats.org/drawingml/2006/main">
            <a:off x="685800" y="3448050"/>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12" name="">
            <a:extLst xmlns:a="http://schemas.openxmlformats.org/drawingml/2006/main">
              <a:ext uri="{FF2B5EF4-FFF2-40B4-BE49-F238E27FC236}">
                <a16:creationId xmlns:a16="http://schemas.microsoft.com/office/drawing/2014/main" id="{5DEFA838-515D-4653-B3E5-C80051749156}"/>
              </a:ext>
            </a:extLst>
          </p:cNvPr>
          <p:cNvSpPr>
            <a:spLocks xmlns:a="http://schemas.openxmlformats.org/drawingml/2006/main" noGrp="1"/>
          </p:cNvSpPr>
          <p:nvPr/>
        </p:nvSpPr>
        <p:spPr>
          <a:xfrm xmlns:a="http://schemas.openxmlformats.org/drawingml/2006/main">
            <a:off x="685800" y="3657600"/>
            <a:ext cx="25717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FND 파생 클록</a:t>
            </a:r>
          </a:p>
        </p:txBody>
      </p:sp>
      <p:sp>
        <p:nvSpPr>
          <p:cNvPr id="13" name="">
            <a:extLst xmlns:a="http://schemas.openxmlformats.org/drawingml/2006/main">
              <a:ext uri="{FF2B5EF4-FFF2-40B4-BE49-F238E27FC236}">
                <a16:creationId xmlns:a16="http://schemas.microsoft.com/office/drawing/2014/main" id="{69143E4B-21C8-4077-87B1-AD20AAC97404}"/>
              </a:ext>
            </a:extLst>
          </p:cNvPr>
          <p:cNvSpPr>
            <a:spLocks xmlns:a="http://schemas.openxmlformats.org/drawingml/2006/main" noGrp="1"/>
          </p:cNvSpPr>
          <p:nvPr/>
        </p:nvSpPr>
        <p:spPr>
          <a:xfrm xmlns:a="http://schemas.openxmlformats.org/drawingml/2006/main">
            <a:off x="3381375" y="3657600"/>
            <a:ext cx="5810250"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100 MHz + enable로 자리 선택</a:t>
            </a:r>
          </a:p>
        </p:txBody>
      </p:sp>
      <p:sp>
        <p:nvSpPr>
          <p:cNvPr id="14" name="">
            <a:extLst xmlns:a="http://schemas.openxmlformats.org/drawingml/2006/main">
              <a:ext uri="{FF2B5EF4-FFF2-40B4-BE49-F238E27FC236}">
                <a16:creationId xmlns:a16="http://schemas.microsoft.com/office/drawing/2014/main" id="{494BD8D7-32C5-44C5-B140-F36CD0A91824}"/>
              </a:ext>
            </a:extLst>
          </p:cNvPr>
          <p:cNvSpPr>
            <a:spLocks xmlns:a="http://schemas.openxmlformats.org/drawingml/2006/main" noGrp="1"/>
          </p:cNvSpPr>
          <p:nvPr/>
        </p:nvSpPr>
        <p:spPr>
          <a:xfrm xmlns:a="http://schemas.openxmlformats.org/drawingml/2006/main">
            <a:off x="9525000" y="3657600"/>
            <a:ext cx="2000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1">
                <a:solidFill>
                  <a:srgbClr val="B64235"/>
                </a:solidFill>
                <a:latin typeface="Malgun Gothic"/>
                <a:ea typeface="Malgun Gothic"/>
                <a:cs typeface="Malgun Gothic"/>
              </a:defRPr>
            </a:defPPr>
            <a:lvl1pPr algn="l">
              <a:defRPr sz="1875" b="1">
                <a:solidFill>
                  <a:srgbClr val="B64235"/>
                </a:solidFill>
                <a:latin typeface="Malgun Gothic"/>
                <a:ea typeface="Malgun Gothic"/>
                <a:cs typeface="Malgun Gothic"/>
              </a:defRPr>
            </a:lvl1pPr>
            <a:lvl2pPr algn="l">
              <a:defRPr sz="1875" b="1">
                <a:solidFill>
                  <a:srgbClr val="B64235"/>
                </a:solidFill>
                <a:latin typeface="Malgun Gothic"/>
                <a:ea typeface="Malgun Gothic"/>
                <a:cs typeface="Malgun Gothic"/>
              </a:defRPr>
            </a:lvl2pPr>
            <a:lvl3pPr algn="l">
              <a:defRPr sz="1875" b="1">
                <a:solidFill>
                  <a:srgbClr val="B64235"/>
                </a:solidFill>
                <a:latin typeface="Malgun Gothic"/>
                <a:ea typeface="Malgun Gothic"/>
                <a:cs typeface="Malgun Gothic"/>
              </a:defRPr>
            </a:lvl3pPr>
            <a:lvl4pPr algn="l">
              <a:defRPr sz="1875" b="1">
                <a:solidFill>
                  <a:srgbClr val="B64235"/>
                </a:solidFill>
                <a:latin typeface="Malgun Gothic"/>
                <a:ea typeface="Malgun Gothic"/>
                <a:cs typeface="Malgun Gothic"/>
              </a:defRPr>
            </a:lvl4pPr>
            <a:lvl5pPr algn="l">
              <a:defRPr sz="1875" b="1">
                <a:solidFill>
                  <a:srgbClr val="B64235"/>
                </a:solidFill>
                <a:latin typeface="Malgun Gothic"/>
                <a:ea typeface="Malgun Gothic"/>
                <a:cs typeface="Malgun Gothic"/>
              </a:defRPr>
            </a:lvl5pPr>
            <a:lvl6pPr algn="l">
              <a:defRPr sz="1875" b="1">
                <a:solidFill>
                  <a:srgbClr val="B64235"/>
                </a:solidFill>
                <a:latin typeface="Malgun Gothic"/>
                <a:ea typeface="Malgun Gothic"/>
                <a:cs typeface="Malgun Gothic"/>
              </a:defRPr>
            </a:lvl6pPr>
            <a:lvl7pPr algn="l">
              <a:defRPr sz="1875" b="1">
                <a:solidFill>
                  <a:srgbClr val="B64235"/>
                </a:solidFill>
                <a:latin typeface="Malgun Gothic"/>
                <a:ea typeface="Malgun Gothic"/>
                <a:cs typeface="Malgun Gothic"/>
              </a:defRPr>
            </a:lvl7pPr>
            <a:lvl8pPr algn="l">
              <a:defRPr sz="1875" b="1">
                <a:solidFill>
                  <a:srgbClr val="B64235"/>
                </a:solidFill>
                <a:latin typeface="Malgun Gothic"/>
                <a:ea typeface="Malgun Gothic"/>
                <a:cs typeface="Malgun Gothic"/>
              </a:defRPr>
            </a:lvl8pPr>
            <a:lvl9pPr algn="l">
              <a:defRPr sz="1875" b="1">
                <a:solidFill>
                  <a:srgbClr val="B64235"/>
                </a:solidFill>
                <a:latin typeface="Malgun Gothic"/>
                <a:ea typeface="Malgun Gothic"/>
                <a:cs typeface="Malgun Gothic"/>
              </a:defRPr>
            </a:lvl9pPr>
          </a:lstStyle>
          <a:p xmlns:a="http://schemas.openxmlformats.org/drawingml/2006/main">
            <a:pPr algn="l">
              <a:defRPr sz="1875" b="1">
                <a:solidFill>
                  <a:srgbClr val="B64235"/>
                </a:solidFill>
                <a:latin typeface="Malgun Gothic"/>
                <a:ea typeface="Malgun Gothic"/>
                <a:cs typeface="Malgun Gothic"/>
              </a:defRPr>
            </a:pPr>
            <a:r>
              <a:rPr sz="1875" b="1">
                <a:solidFill>
                  <a:srgbClr val="B64235"/>
                </a:solidFill>
                <a:latin typeface="Malgun Gothic"/>
                <a:ea typeface="Malgun Gothic"/>
                <a:cs typeface="Malgun Gothic"/>
              </a:rPr>
              <a:t>개선 제안</a:t>
            </a:r>
          </a:p>
        </p:txBody>
      </p:sp>
      <p:sp>
        <p:nvSpPr>
          <p:cNvPr id="15" name="">
            <a:extLst xmlns:a="http://schemas.openxmlformats.org/drawingml/2006/main">
              <a:ext uri="{FF2B5EF4-FFF2-40B4-BE49-F238E27FC236}">
                <a16:creationId xmlns:a16="http://schemas.microsoft.com/office/drawing/2014/main" id="{B6EE3E27-148D-4AFF-96DA-738379E89201}"/>
              </a:ext>
            </a:extLst>
          </p:cNvPr>
          <p:cNvSpPr>
            <a:spLocks xmlns:a="http://schemas.openxmlformats.org/drawingml/2006/main" noGrp="1"/>
          </p:cNvSpPr>
          <p:nvPr/>
        </p:nvSpPr>
        <p:spPr>
          <a:xfrm xmlns:a="http://schemas.openxmlformats.org/drawingml/2006/main">
            <a:off x="685800" y="4448175"/>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16" name="">
            <a:extLst xmlns:a="http://schemas.openxmlformats.org/drawingml/2006/main">
              <a:ext uri="{FF2B5EF4-FFF2-40B4-BE49-F238E27FC236}">
                <a16:creationId xmlns:a16="http://schemas.microsoft.com/office/drawing/2014/main" id="{B4ED471B-36A3-4127-992E-2C8BA7B8EC9E}"/>
              </a:ext>
            </a:extLst>
          </p:cNvPr>
          <p:cNvSpPr>
            <a:spLocks xmlns:a="http://schemas.openxmlformats.org/drawingml/2006/main" noGrp="1"/>
          </p:cNvSpPr>
          <p:nvPr/>
        </p:nvSpPr>
        <p:spPr>
          <a:xfrm xmlns:a="http://schemas.openxmlformats.org/drawingml/2006/main">
            <a:off x="685800" y="4657725"/>
            <a:ext cx="25717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재개 직후 빠른 증가</a:t>
            </a:r>
          </a:p>
        </p:txBody>
      </p:sp>
      <p:sp>
        <p:nvSpPr>
          <p:cNvPr id="17" name="">
            <a:extLst xmlns:a="http://schemas.openxmlformats.org/drawingml/2006/main">
              <a:ext uri="{FF2B5EF4-FFF2-40B4-BE49-F238E27FC236}">
                <a16:creationId xmlns:a16="http://schemas.microsoft.com/office/drawing/2014/main" id="{B702447E-56B0-414D-AA28-75BEBBCCE553}"/>
              </a:ext>
            </a:extLst>
          </p:cNvPr>
          <p:cNvSpPr>
            <a:spLocks xmlns:a="http://schemas.openxmlformats.org/drawingml/2006/main" noGrp="1"/>
          </p:cNvSpPr>
          <p:nvPr/>
        </p:nvSpPr>
        <p:spPr>
          <a:xfrm xmlns:a="http://schemas.openxmlformats.org/drawingml/2006/main">
            <a:off x="3381375" y="4657725"/>
            <a:ext cx="5810250"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공유 tick 유지 여부를 요구사항으로 결정</a:t>
            </a:r>
          </a:p>
        </p:txBody>
      </p:sp>
      <p:sp>
        <p:nvSpPr>
          <p:cNvPr id="18" name="">
            <a:extLst xmlns:a="http://schemas.openxmlformats.org/drawingml/2006/main">
              <a:ext uri="{FF2B5EF4-FFF2-40B4-BE49-F238E27FC236}">
                <a16:creationId xmlns:a16="http://schemas.microsoft.com/office/drawing/2014/main" id="{0BBAC222-FE7D-4D72-9D52-3FBE89BF0E0E}"/>
              </a:ext>
            </a:extLst>
          </p:cNvPr>
          <p:cNvSpPr>
            <a:spLocks xmlns:a="http://schemas.openxmlformats.org/drawingml/2006/main" noGrp="1"/>
          </p:cNvSpPr>
          <p:nvPr/>
        </p:nvSpPr>
        <p:spPr>
          <a:xfrm xmlns:a="http://schemas.openxmlformats.org/drawingml/2006/main">
            <a:off x="9525000" y="4657725"/>
            <a:ext cx="2000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1">
                <a:solidFill>
                  <a:srgbClr val="B64235"/>
                </a:solidFill>
                <a:latin typeface="Malgun Gothic"/>
                <a:ea typeface="Malgun Gothic"/>
                <a:cs typeface="Malgun Gothic"/>
              </a:defRPr>
            </a:defPPr>
            <a:lvl1pPr algn="l">
              <a:defRPr sz="1875" b="1">
                <a:solidFill>
                  <a:srgbClr val="B64235"/>
                </a:solidFill>
                <a:latin typeface="Malgun Gothic"/>
                <a:ea typeface="Malgun Gothic"/>
                <a:cs typeface="Malgun Gothic"/>
              </a:defRPr>
            </a:lvl1pPr>
            <a:lvl2pPr algn="l">
              <a:defRPr sz="1875" b="1">
                <a:solidFill>
                  <a:srgbClr val="B64235"/>
                </a:solidFill>
                <a:latin typeface="Malgun Gothic"/>
                <a:ea typeface="Malgun Gothic"/>
                <a:cs typeface="Malgun Gothic"/>
              </a:defRPr>
            </a:lvl2pPr>
            <a:lvl3pPr algn="l">
              <a:defRPr sz="1875" b="1">
                <a:solidFill>
                  <a:srgbClr val="B64235"/>
                </a:solidFill>
                <a:latin typeface="Malgun Gothic"/>
                <a:ea typeface="Malgun Gothic"/>
                <a:cs typeface="Malgun Gothic"/>
              </a:defRPr>
            </a:lvl3pPr>
            <a:lvl4pPr algn="l">
              <a:defRPr sz="1875" b="1">
                <a:solidFill>
                  <a:srgbClr val="B64235"/>
                </a:solidFill>
                <a:latin typeface="Malgun Gothic"/>
                <a:ea typeface="Malgun Gothic"/>
                <a:cs typeface="Malgun Gothic"/>
              </a:defRPr>
            </a:lvl4pPr>
            <a:lvl5pPr algn="l">
              <a:defRPr sz="1875" b="1">
                <a:solidFill>
                  <a:srgbClr val="B64235"/>
                </a:solidFill>
                <a:latin typeface="Malgun Gothic"/>
                <a:ea typeface="Malgun Gothic"/>
                <a:cs typeface="Malgun Gothic"/>
              </a:defRPr>
            </a:lvl5pPr>
            <a:lvl6pPr algn="l">
              <a:defRPr sz="1875" b="1">
                <a:solidFill>
                  <a:srgbClr val="B64235"/>
                </a:solidFill>
                <a:latin typeface="Malgun Gothic"/>
                <a:ea typeface="Malgun Gothic"/>
                <a:cs typeface="Malgun Gothic"/>
              </a:defRPr>
            </a:lvl6pPr>
            <a:lvl7pPr algn="l">
              <a:defRPr sz="1875" b="1">
                <a:solidFill>
                  <a:srgbClr val="B64235"/>
                </a:solidFill>
                <a:latin typeface="Malgun Gothic"/>
                <a:ea typeface="Malgun Gothic"/>
                <a:cs typeface="Malgun Gothic"/>
              </a:defRPr>
            </a:lvl7pPr>
            <a:lvl8pPr algn="l">
              <a:defRPr sz="1875" b="1">
                <a:solidFill>
                  <a:srgbClr val="B64235"/>
                </a:solidFill>
                <a:latin typeface="Malgun Gothic"/>
                <a:ea typeface="Malgun Gothic"/>
                <a:cs typeface="Malgun Gothic"/>
              </a:defRPr>
            </a:lvl8pPr>
            <a:lvl9pPr algn="l">
              <a:defRPr sz="1875" b="1">
                <a:solidFill>
                  <a:srgbClr val="B64235"/>
                </a:solidFill>
                <a:latin typeface="Malgun Gothic"/>
                <a:ea typeface="Malgun Gothic"/>
                <a:cs typeface="Malgun Gothic"/>
              </a:defRPr>
            </a:lvl9pPr>
          </a:lstStyle>
          <a:p xmlns:a="http://schemas.openxmlformats.org/drawingml/2006/main">
            <a:pPr algn="l">
              <a:defRPr sz="1875" b="1">
                <a:solidFill>
                  <a:srgbClr val="B64235"/>
                </a:solidFill>
                <a:latin typeface="Malgun Gothic"/>
                <a:ea typeface="Malgun Gothic"/>
                <a:cs typeface="Malgun Gothic"/>
              </a:defRPr>
            </a:pPr>
            <a:r>
              <a:rPr sz="1875" b="1">
                <a:solidFill>
                  <a:srgbClr val="B64235"/>
                </a:solidFill>
                <a:latin typeface="Malgun Gothic"/>
                <a:ea typeface="Malgun Gothic"/>
                <a:cs typeface="Malgun Gothic"/>
              </a:rPr>
              <a:t>설계 선택</a:t>
            </a:r>
          </a:p>
        </p:txBody>
      </p:sp>
      <p:sp>
        <p:nvSpPr>
          <p:cNvPr id="19" name="">
            <a:extLst xmlns:a="http://schemas.openxmlformats.org/drawingml/2006/main">
              <a:ext uri="{FF2B5EF4-FFF2-40B4-BE49-F238E27FC236}">
                <a16:creationId xmlns:a16="http://schemas.microsoft.com/office/drawing/2014/main" id="{3293B478-D2BE-471E-BD3D-81F3509FB746}"/>
              </a:ext>
            </a:extLst>
          </p:cNvPr>
          <p:cNvSpPr>
            <a:spLocks xmlns:a="http://schemas.openxmlformats.org/drawingml/2006/main" noGrp="1"/>
          </p:cNvSpPr>
          <p:nvPr/>
        </p:nvSpPr>
        <p:spPr>
          <a:xfrm xmlns:a="http://schemas.openxmlformats.org/drawingml/2006/main">
            <a:off x="685800" y="5448300"/>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Tree>
    <p:extLst>
      <p:ext uri="{BB962C8B-B14F-4D97-AF65-F5344CB8AC3E}">
        <p14:creationId xmlns:p14="http://schemas.microsoft.com/office/powerpoint/2010/main" val="1859937633"/>
      </p:ext>
    </p:extLst>
  </p:cSld>
</p:sld>
</file>

<file path=ppt/slides/slide1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CC1630-3BB9-43AF-9BE9-00B933D0DA79}"/>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보드 동작 시연 계획</a:t>
            </a:r>
          </a:p>
        </p:txBody>
      </p:sp>
      <p:sp>
        <p:nvSpPr>
          <p:cNvPr id="2" name="">
            <a:extLst xmlns:a="http://schemas.openxmlformats.org/drawingml/2006/main">
              <a:ext uri="{FF2B5EF4-FFF2-40B4-BE49-F238E27FC236}">
                <a16:creationId xmlns:a16="http://schemas.microsoft.com/office/drawing/2014/main" id="{0C059D24-0FFC-4DF1-BB1B-BCF2E47B544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51D5C288-3D25-48D6-BD93-4A52E3E7D58F}"/>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14</a:t>
            </a:r>
          </a:p>
        </p:txBody>
      </p:sp>
      <p:sp>
        <p:nvSpPr>
          <p:cNvPr id="4" name="">
            <a:extLst xmlns:a="http://schemas.openxmlformats.org/drawingml/2006/main">
              <a:ext uri="{FF2B5EF4-FFF2-40B4-BE49-F238E27FC236}">
                <a16:creationId xmlns:a16="http://schemas.microsoft.com/office/drawing/2014/main" id="{402D5151-8FA0-463D-90D6-4EB25A7A5973}"/>
              </a:ext>
            </a:extLst>
          </p:cNvPr>
          <p:cNvSpPr>
            <a:spLocks xmlns:a="http://schemas.openxmlformats.org/drawingml/2006/main" noGrp="1"/>
          </p:cNvSpPr>
          <p:nvPr/>
        </p:nvSpPr>
        <p:spPr>
          <a:xfrm xmlns:a="http://schemas.openxmlformats.org/drawingml/2006/main">
            <a:off x="685800" y="1704975"/>
            <a:ext cx="10477500" cy="666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450" b="1">
                <a:solidFill>
                  <a:srgbClr val="B64235"/>
                </a:solidFill>
                <a:latin typeface="Malgun Gothic"/>
                <a:ea typeface="Malgun Gothic"/>
                <a:cs typeface="Malgun Gothic"/>
              </a:defRPr>
            </a:defPPr>
            <a:lvl1pPr algn="l">
              <a:defRPr sz="3450" b="1">
                <a:solidFill>
                  <a:srgbClr val="B64235"/>
                </a:solidFill>
                <a:latin typeface="Malgun Gothic"/>
                <a:ea typeface="Malgun Gothic"/>
                <a:cs typeface="Malgun Gothic"/>
              </a:defRPr>
            </a:lvl1pPr>
            <a:lvl2pPr algn="l">
              <a:defRPr sz="3450" b="1">
                <a:solidFill>
                  <a:srgbClr val="B64235"/>
                </a:solidFill>
                <a:latin typeface="Malgun Gothic"/>
                <a:ea typeface="Malgun Gothic"/>
                <a:cs typeface="Malgun Gothic"/>
              </a:defRPr>
            </a:lvl2pPr>
            <a:lvl3pPr algn="l">
              <a:defRPr sz="3450" b="1">
                <a:solidFill>
                  <a:srgbClr val="B64235"/>
                </a:solidFill>
                <a:latin typeface="Malgun Gothic"/>
                <a:ea typeface="Malgun Gothic"/>
                <a:cs typeface="Malgun Gothic"/>
              </a:defRPr>
            </a:lvl3pPr>
            <a:lvl4pPr algn="l">
              <a:defRPr sz="3450" b="1">
                <a:solidFill>
                  <a:srgbClr val="B64235"/>
                </a:solidFill>
                <a:latin typeface="Malgun Gothic"/>
                <a:ea typeface="Malgun Gothic"/>
                <a:cs typeface="Malgun Gothic"/>
              </a:defRPr>
            </a:lvl4pPr>
            <a:lvl5pPr algn="l">
              <a:defRPr sz="3450" b="1">
                <a:solidFill>
                  <a:srgbClr val="B64235"/>
                </a:solidFill>
                <a:latin typeface="Malgun Gothic"/>
                <a:ea typeface="Malgun Gothic"/>
                <a:cs typeface="Malgun Gothic"/>
              </a:defRPr>
            </a:lvl5pPr>
            <a:lvl6pPr algn="l">
              <a:defRPr sz="3450" b="1">
                <a:solidFill>
                  <a:srgbClr val="B64235"/>
                </a:solidFill>
                <a:latin typeface="Malgun Gothic"/>
                <a:ea typeface="Malgun Gothic"/>
                <a:cs typeface="Malgun Gothic"/>
              </a:defRPr>
            </a:lvl6pPr>
            <a:lvl7pPr algn="l">
              <a:defRPr sz="3450" b="1">
                <a:solidFill>
                  <a:srgbClr val="B64235"/>
                </a:solidFill>
                <a:latin typeface="Malgun Gothic"/>
                <a:ea typeface="Malgun Gothic"/>
                <a:cs typeface="Malgun Gothic"/>
              </a:defRPr>
            </a:lvl7pPr>
            <a:lvl8pPr algn="l">
              <a:defRPr sz="3450" b="1">
                <a:solidFill>
                  <a:srgbClr val="B64235"/>
                </a:solidFill>
                <a:latin typeface="Malgun Gothic"/>
                <a:ea typeface="Malgun Gothic"/>
                <a:cs typeface="Malgun Gothic"/>
              </a:defRPr>
            </a:lvl8pPr>
            <a:lvl9pPr algn="l">
              <a:defRPr sz="3450" b="1">
                <a:solidFill>
                  <a:srgbClr val="B64235"/>
                </a:solidFill>
                <a:latin typeface="Malgun Gothic"/>
                <a:ea typeface="Malgun Gothic"/>
                <a:cs typeface="Malgun Gothic"/>
              </a:defRPr>
            </a:lvl9pPr>
          </a:lstStyle>
          <a:p xmlns:a="http://schemas.openxmlformats.org/drawingml/2006/main">
            <a:pPr algn="l">
              <a:defRPr sz="3450" b="1">
                <a:solidFill>
                  <a:srgbClr val="B64235"/>
                </a:solidFill>
                <a:latin typeface="Malgun Gothic"/>
                <a:ea typeface="Malgun Gothic"/>
                <a:cs typeface="Malgun Gothic"/>
              </a:defRPr>
            </a:pPr>
            <a:r>
              <a:rPr sz="3450" b="1">
                <a:solidFill>
                  <a:srgbClr val="B64235"/>
                </a:solidFill>
                <a:latin typeface="Malgun Gothic"/>
                <a:ea typeface="Malgun Gothic"/>
                <a:cs typeface="Malgun Gothic"/>
              </a:rPr>
              <a:t>영상 촬영 대기</a:t>
            </a:r>
          </a:p>
        </p:txBody>
      </p:sp>
      <p:sp>
        <p:nvSpPr>
          <p:cNvPr id="5" name="">
            <a:extLst xmlns:a="http://schemas.openxmlformats.org/drawingml/2006/main">
              <a:ext uri="{FF2B5EF4-FFF2-40B4-BE49-F238E27FC236}">
                <a16:creationId xmlns:a16="http://schemas.microsoft.com/office/drawing/2014/main" id="{571A43D7-254F-4DF7-BB74-5E18C779A4CF}"/>
              </a:ext>
            </a:extLst>
          </p:cNvPr>
          <p:cNvSpPr>
            <a:spLocks xmlns:a="http://schemas.openxmlformats.org/drawingml/2006/main" noGrp="1"/>
          </p:cNvSpPr>
          <p:nvPr/>
        </p:nvSpPr>
        <p:spPr>
          <a:xfrm xmlns:a="http://schemas.openxmlformats.org/drawingml/2006/main">
            <a:off x="742950" y="2733675"/>
            <a:ext cx="952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Consolas"/>
                <a:ea typeface="Consolas"/>
                <a:cs typeface="Consolas"/>
              </a:defRPr>
            </a:defPPr>
            <a:lvl1pPr algn="l">
              <a:defRPr sz="2100" b="1">
                <a:solidFill>
                  <a:srgbClr val="087E82"/>
                </a:solidFill>
                <a:latin typeface="Consolas"/>
                <a:ea typeface="Consolas"/>
                <a:cs typeface="Consolas"/>
              </a:defRPr>
            </a:lvl1pPr>
            <a:lvl2pPr algn="l">
              <a:defRPr sz="2100" b="1">
                <a:solidFill>
                  <a:srgbClr val="087E82"/>
                </a:solidFill>
                <a:latin typeface="Consolas"/>
                <a:ea typeface="Consolas"/>
                <a:cs typeface="Consolas"/>
              </a:defRPr>
            </a:lvl2pPr>
            <a:lvl3pPr algn="l">
              <a:defRPr sz="2100" b="1">
                <a:solidFill>
                  <a:srgbClr val="087E82"/>
                </a:solidFill>
                <a:latin typeface="Consolas"/>
                <a:ea typeface="Consolas"/>
                <a:cs typeface="Consolas"/>
              </a:defRPr>
            </a:lvl3pPr>
            <a:lvl4pPr algn="l">
              <a:defRPr sz="2100" b="1">
                <a:solidFill>
                  <a:srgbClr val="087E82"/>
                </a:solidFill>
                <a:latin typeface="Consolas"/>
                <a:ea typeface="Consolas"/>
                <a:cs typeface="Consolas"/>
              </a:defRPr>
            </a:lvl4pPr>
            <a:lvl5pPr algn="l">
              <a:defRPr sz="2100" b="1">
                <a:solidFill>
                  <a:srgbClr val="087E82"/>
                </a:solidFill>
                <a:latin typeface="Consolas"/>
                <a:ea typeface="Consolas"/>
                <a:cs typeface="Consolas"/>
              </a:defRPr>
            </a:lvl5pPr>
            <a:lvl6pPr algn="l">
              <a:defRPr sz="2100" b="1">
                <a:solidFill>
                  <a:srgbClr val="087E82"/>
                </a:solidFill>
                <a:latin typeface="Consolas"/>
                <a:ea typeface="Consolas"/>
                <a:cs typeface="Consolas"/>
              </a:defRPr>
            </a:lvl6pPr>
            <a:lvl7pPr algn="l">
              <a:defRPr sz="2100" b="1">
                <a:solidFill>
                  <a:srgbClr val="087E82"/>
                </a:solidFill>
                <a:latin typeface="Consolas"/>
                <a:ea typeface="Consolas"/>
                <a:cs typeface="Consolas"/>
              </a:defRPr>
            </a:lvl7pPr>
            <a:lvl8pPr algn="l">
              <a:defRPr sz="2100" b="1">
                <a:solidFill>
                  <a:srgbClr val="087E82"/>
                </a:solidFill>
                <a:latin typeface="Consolas"/>
                <a:ea typeface="Consolas"/>
                <a:cs typeface="Consolas"/>
              </a:defRPr>
            </a:lvl8pPr>
            <a:lvl9pPr algn="l">
              <a:defRPr sz="2100" b="1">
                <a:solidFill>
                  <a:srgbClr val="087E82"/>
                </a:solidFill>
                <a:latin typeface="Consolas"/>
                <a:ea typeface="Consolas"/>
                <a:cs typeface="Consolas"/>
              </a:defRPr>
            </a:lvl9pPr>
          </a:lstStyle>
          <a:p xmlns:a="http://schemas.openxmlformats.org/drawingml/2006/main">
            <a:pPr algn="l">
              <a:defRPr sz="2100" b="1">
                <a:solidFill>
                  <a:srgbClr val="087E82"/>
                </a:solidFill>
                <a:latin typeface="Consolas"/>
                <a:ea typeface="Consolas"/>
                <a:cs typeface="Consolas"/>
              </a:defRPr>
            </a:pPr>
            <a:r>
              <a:rPr sz="2100" b="1">
                <a:solidFill>
                  <a:srgbClr val="087E82"/>
                </a:solidFill>
                <a:latin typeface="Consolas"/>
                <a:ea typeface="Consolas"/>
                <a:cs typeface="Consolas"/>
              </a:rPr>
              <a:t>01</a:t>
            </a:r>
          </a:p>
        </p:txBody>
      </p:sp>
      <p:sp>
        <p:nvSpPr>
          <p:cNvPr id="6" name="">
            <a:extLst xmlns:a="http://schemas.openxmlformats.org/drawingml/2006/main">
              <a:ext uri="{FF2B5EF4-FFF2-40B4-BE49-F238E27FC236}">
                <a16:creationId xmlns:a16="http://schemas.microsoft.com/office/drawing/2014/main" id="{1198B275-528C-4A35-817D-D981886B5BC3}"/>
              </a:ext>
            </a:extLst>
          </p:cNvPr>
          <p:cNvSpPr>
            <a:spLocks xmlns:a="http://schemas.openxmlformats.org/drawingml/2006/main" noGrp="1"/>
          </p:cNvSpPr>
          <p:nvPr/>
        </p:nvSpPr>
        <p:spPr>
          <a:xfrm xmlns:a="http://schemas.openxmlformats.org/drawingml/2006/main">
            <a:off x="1905000" y="2733675"/>
            <a:ext cx="9477375"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시계 증가와 점 깜박임</a:t>
            </a:r>
          </a:p>
        </p:txBody>
      </p:sp>
      <p:sp>
        <p:nvSpPr>
          <p:cNvPr id="7" name="">
            <a:extLst xmlns:a="http://schemas.openxmlformats.org/drawingml/2006/main">
              <a:ext uri="{FF2B5EF4-FFF2-40B4-BE49-F238E27FC236}">
                <a16:creationId xmlns:a16="http://schemas.microsoft.com/office/drawing/2014/main" id="{60321E9C-83EB-480C-8D99-8B40A5438C45}"/>
              </a:ext>
            </a:extLst>
          </p:cNvPr>
          <p:cNvSpPr>
            <a:spLocks xmlns:a="http://schemas.openxmlformats.org/drawingml/2006/main" noGrp="1"/>
          </p:cNvSpPr>
          <p:nvPr/>
        </p:nvSpPr>
        <p:spPr>
          <a:xfrm xmlns:a="http://schemas.openxmlformats.org/drawingml/2006/main">
            <a:off x="742950" y="3400425"/>
            <a:ext cx="952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Consolas"/>
                <a:ea typeface="Consolas"/>
                <a:cs typeface="Consolas"/>
              </a:defRPr>
            </a:defPPr>
            <a:lvl1pPr algn="l">
              <a:defRPr sz="2100" b="1">
                <a:solidFill>
                  <a:srgbClr val="087E82"/>
                </a:solidFill>
                <a:latin typeface="Consolas"/>
                <a:ea typeface="Consolas"/>
                <a:cs typeface="Consolas"/>
              </a:defRPr>
            </a:lvl1pPr>
            <a:lvl2pPr algn="l">
              <a:defRPr sz="2100" b="1">
                <a:solidFill>
                  <a:srgbClr val="087E82"/>
                </a:solidFill>
                <a:latin typeface="Consolas"/>
                <a:ea typeface="Consolas"/>
                <a:cs typeface="Consolas"/>
              </a:defRPr>
            </a:lvl2pPr>
            <a:lvl3pPr algn="l">
              <a:defRPr sz="2100" b="1">
                <a:solidFill>
                  <a:srgbClr val="087E82"/>
                </a:solidFill>
                <a:latin typeface="Consolas"/>
                <a:ea typeface="Consolas"/>
                <a:cs typeface="Consolas"/>
              </a:defRPr>
            </a:lvl3pPr>
            <a:lvl4pPr algn="l">
              <a:defRPr sz="2100" b="1">
                <a:solidFill>
                  <a:srgbClr val="087E82"/>
                </a:solidFill>
                <a:latin typeface="Consolas"/>
                <a:ea typeface="Consolas"/>
                <a:cs typeface="Consolas"/>
              </a:defRPr>
            </a:lvl4pPr>
            <a:lvl5pPr algn="l">
              <a:defRPr sz="2100" b="1">
                <a:solidFill>
                  <a:srgbClr val="087E82"/>
                </a:solidFill>
                <a:latin typeface="Consolas"/>
                <a:ea typeface="Consolas"/>
                <a:cs typeface="Consolas"/>
              </a:defRPr>
            </a:lvl5pPr>
            <a:lvl6pPr algn="l">
              <a:defRPr sz="2100" b="1">
                <a:solidFill>
                  <a:srgbClr val="087E82"/>
                </a:solidFill>
                <a:latin typeface="Consolas"/>
                <a:ea typeface="Consolas"/>
                <a:cs typeface="Consolas"/>
              </a:defRPr>
            </a:lvl6pPr>
            <a:lvl7pPr algn="l">
              <a:defRPr sz="2100" b="1">
                <a:solidFill>
                  <a:srgbClr val="087E82"/>
                </a:solidFill>
                <a:latin typeface="Consolas"/>
                <a:ea typeface="Consolas"/>
                <a:cs typeface="Consolas"/>
              </a:defRPr>
            </a:lvl7pPr>
            <a:lvl8pPr algn="l">
              <a:defRPr sz="2100" b="1">
                <a:solidFill>
                  <a:srgbClr val="087E82"/>
                </a:solidFill>
                <a:latin typeface="Consolas"/>
                <a:ea typeface="Consolas"/>
                <a:cs typeface="Consolas"/>
              </a:defRPr>
            </a:lvl8pPr>
            <a:lvl9pPr algn="l">
              <a:defRPr sz="2100" b="1">
                <a:solidFill>
                  <a:srgbClr val="087E82"/>
                </a:solidFill>
                <a:latin typeface="Consolas"/>
                <a:ea typeface="Consolas"/>
                <a:cs typeface="Consolas"/>
              </a:defRPr>
            </a:lvl9pPr>
          </a:lstStyle>
          <a:p xmlns:a="http://schemas.openxmlformats.org/drawingml/2006/main">
            <a:pPr algn="l">
              <a:defRPr sz="2100" b="1">
                <a:solidFill>
                  <a:srgbClr val="087E82"/>
                </a:solidFill>
                <a:latin typeface="Consolas"/>
                <a:ea typeface="Consolas"/>
                <a:cs typeface="Consolas"/>
              </a:defRPr>
            </a:pPr>
            <a:r>
              <a:rPr sz="2100" b="1">
                <a:solidFill>
                  <a:srgbClr val="087E82"/>
                </a:solidFill>
                <a:latin typeface="Consolas"/>
                <a:ea typeface="Consolas"/>
                <a:cs typeface="Consolas"/>
              </a:rPr>
              <a:t>02</a:t>
            </a:r>
          </a:p>
        </p:txBody>
      </p:sp>
      <p:sp>
        <p:nvSpPr>
          <p:cNvPr id="8" name="">
            <a:extLst xmlns:a="http://schemas.openxmlformats.org/drawingml/2006/main">
              <a:ext uri="{FF2B5EF4-FFF2-40B4-BE49-F238E27FC236}">
                <a16:creationId xmlns:a16="http://schemas.microsoft.com/office/drawing/2014/main" id="{C4377E2D-5080-4DA4-9025-41E89F9AD828}"/>
              </a:ext>
            </a:extLst>
          </p:cNvPr>
          <p:cNvSpPr>
            <a:spLocks xmlns:a="http://schemas.openxmlformats.org/drawingml/2006/main" noGrp="1"/>
          </p:cNvSpPr>
          <p:nvPr/>
        </p:nvSpPr>
        <p:spPr>
          <a:xfrm xmlns:a="http://schemas.openxmlformats.org/drawingml/2006/main">
            <a:off x="1905000" y="3400425"/>
            <a:ext cx="9477375"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BTN L로 스톱워치 진입</a:t>
            </a:r>
          </a:p>
        </p:txBody>
      </p:sp>
      <p:sp>
        <p:nvSpPr>
          <p:cNvPr id="9" name="">
            <a:extLst xmlns:a="http://schemas.openxmlformats.org/drawingml/2006/main">
              <a:ext uri="{FF2B5EF4-FFF2-40B4-BE49-F238E27FC236}">
                <a16:creationId xmlns:a16="http://schemas.microsoft.com/office/drawing/2014/main" id="{875BE600-AA69-4FDA-8444-1AA6CBC3DD57}"/>
              </a:ext>
            </a:extLst>
          </p:cNvPr>
          <p:cNvSpPr>
            <a:spLocks xmlns:a="http://schemas.openxmlformats.org/drawingml/2006/main" noGrp="1"/>
          </p:cNvSpPr>
          <p:nvPr/>
        </p:nvSpPr>
        <p:spPr>
          <a:xfrm xmlns:a="http://schemas.openxmlformats.org/drawingml/2006/main">
            <a:off x="742950" y="4067175"/>
            <a:ext cx="952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Consolas"/>
                <a:ea typeface="Consolas"/>
                <a:cs typeface="Consolas"/>
              </a:defRPr>
            </a:defPPr>
            <a:lvl1pPr algn="l">
              <a:defRPr sz="2100" b="1">
                <a:solidFill>
                  <a:srgbClr val="087E82"/>
                </a:solidFill>
                <a:latin typeface="Consolas"/>
                <a:ea typeface="Consolas"/>
                <a:cs typeface="Consolas"/>
              </a:defRPr>
            </a:lvl1pPr>
            <a:lvl2pPr algn="l">
              <a:defRPr sz="2100" b="1">
                <a:solidFill>
                  <a:srgbClr val="087E82"/>
                </a:solidFill>
                <a:latin typeface="Consolas"/>
                <a:ea typeface="Consolas"/>
                <a:cs typeface="Consolas"/>
              </a:defRPr>
            </a:lvl2pPr>
            <a:lvl3pPr algn="l">
              <a:defRPr sz="2100" b="1">
                <a:solidFill>
                  <a:srgbClr val="087E82"/>
                </a:solidFill>
                <a:latin typeface="Consolas"/>
                <a:ea typeface="Consolas"/>
                <a:cs typeface="Consolas"/>
              </a:defRPr>
            </a:lvl3pPr>
            <a:lvl4pPr algn="l">
              <a:defRPr sz="2100" b="1">
                <a:solidFill>
                  <a:srgbClr val="087E82"/>
                </a:solidFill>
                <a:latin typeface="Consolas"/>
                <a:ea typeface="Consolas"/>
                <a:cs typeface="Consolas"/>
              </a:defRPr>
            </a:lvl4pPr>
            <a:lvl5pPr algn="l">
              <a:defRPr sz="2100" b="1">
                <a:solidFill>
                  <a:srgbClr val="087E82"/>
                </a:solidFill>
                <a:latin typeface="Consolas"/>
                <a:ea typeface="Consolas"/>
                <a:cs typeface="Consolas"/>
              </a:defRPr>
            </a:lvl5pPr>
            <a:lvl6pPr algn="l">
              <a:defRPr sz="2100" b="1">
                <a:solidFill>
                  <a:srgbClr val="087E82"/>
                </a:solidFill>
                <a:latin typeface="Consolas"/>
                <a:ea typeface="Consolas"/>
                <a:cs typeface="Consolas"/>
              </a:defRPr>
            </a:lvl6pPr>
            <a:lvl7pPr algn="l">
              <a:defRPr sz="2100" b="1">
                <a:solidFill>
                  <a:srgbClr val="087E82"/>
                </a:solidFill>
                <a:latin typeface="Consolas"/>
                <a:ea typeface="Consolas"/>
                <a:cs typeface="Consolas"/>
              </a:defRPr>
            </a:lvl7pPr>
            <a:lvl8pPr algn="l">
              <a:defRPr sz="2100" b="1">
                <a:solidFill>
                  <a:srgbClr val="087E82"/>
                </a:solidFill>
                <a:latin typeface="Consolas"/>
                <a:ea typeface="Consolas"/>
                <a:cs typeface="Consolas"/>
              </a:defRPr>
            </a:lvl8pPr>
            <a:lvl9pPr algn="l">
              <a:defRPr sz="2100" b="1">
                <a:solidFill>
                  <a:srgbClr val="087E82"/>
                </a:solidFill>
                <a:latin typeface="Consolas"/>
                <a:ea typeface="Consolas"/>
                <a:cs typeface="Consolas"/>
              </a:defRPr>
            </a:lvl9pPr>
          </a:lstStyle>
          <a:p xmlns:a="http://schemas.openxmlformats.org/drawingml/2006/main">
            <a:pPr algn="l">
              <a:defRPr sz="2100" b="1">
                <a:solidFill>
                  <a:srgbClr val="087E82"/>
                </a:solidFill>
                <a:latin typeface="Consolas"/>
                <a:ea typeface="Consolas"/>
                <a:cs typeface="Consolas"/>
              </a:defRPr>
            </a:pPr>
            <a:r>
              <a:rPr sz="2100" b="1">
                <a:solidFill>
                  <a:srgbClr val="087E82"/>
                </a:solidFill>
                <a:latin typeface="Consolas"/>
                <a:ea typeface="Consolas"/>
                <a:cs typeface="Consolas"/>
              </a:rPr>
              <a:t>03</a:t>
            </a:r>
          </a:p>
        </p:txBody>
      </p:sp>
      <p:sp>
        <p:nvSpPr>
          <p:cNvPr id="10" name="">
            <a:extLst xmlns:a="http://schemas.openxmlformats.org/drawingml/2006/main">
              <a:ext uri="{FF2B5EF4-FFF2-40B4-BE49-F238E27FC236}">
                <a16:creationId xmlns:a16="http://schemas.microsoft.com/office/drawing/2014/main" id="{A974F602-1B52-4107-B491-B63E045F9904}"/>
              </a:ext>
            </a:extLst>
          </p:cNvPr>
          <p:cNvSpPr>
            <a:spLocks xmlns:a="http://schemas.openxmlformats.org/drawingml/2006/main" noGrp="1"/>
          </p:cNvSpPr>
          <p:nvPr/>
        </p:nvSpPr>
        <p:spPr>
          <a:xfrm xmlns:a="http://schemas.openxmlformats.org/drawingml/2006/main">
            <a:off x="1905000" y="4067175"/>
            <a:ext cx="9477375"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BTN R 정지, 유휴 애니메이션</a:t>
            </a:r>
          </a:p>
        </p:txBody>
      </p:sp>
      <p:sp>
        <p:nvSpPr>
          <p:cNvPr id="11" name="">
            <a:extLst xmlns:a="http://schemas.openxmlformats.org/drawingml/2006/main">
              <a:ext uri="{FF2B5EF4-FFF2-40B4-BE49-F238E27FC236}">
                <a16:creationId xmlns:a16="http://schemas.microsoft.com/office/drawing/2014/main" id="{8DAC8775-FFB7-40AB-8B06-A91B45F7BB1F}"/>
              </a:ext>
            </a:extLst>
          </p:cNvPr>
          <p:cNvSpPr>
            <a:spLocks xmlns:a="http://schemas.openxmlformats.org/drawingml/2006/main" noGrp="1"/>
          </p:cNvSpPr>
          <p:nvPr/>
        </p:nvSpPr>
        <p:spPr>
          <a:xfrm xmlns:a="http://schemas.openxmlformats.org/drawingml/2006/main">
            <a:off x="742950" y="4733925"/>
            <a:ext cx="9525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Consolas"/>
                <a:ea typeface="Consolas"/>
                <a:cs typeface="Consolas"/>
              </a:defRPr>
            </a:defPPr>
            <a:lvl1pPr algn="l">
              <a:defRPr sz="2100" b="1">
                <a:solidFill>
                  <a:srgbClr val="087E82"/>
                </a:solidFill>
                <a:latin typeface="Consolas"/>
                <a:ea typeface="Consolas"/>
                <a:cs typeface="Consolas"/>
              </a:defRPr>
            </a:lvl1pPr>
            <a:lvl2pPr algn="l">
              <a:defRPr sz="2100" b="1">
                <a:solidFill>
                  <a:srgbClr val="087E82"/>
                </a:solidFill>
                <a:latin typeface="Consolas"/>
                <a:ea typeface="Consolas"/>
                <a:cs typeface="Consolas"/>
              </a:defRPr>
            </a:lvl2pPr>
            <a:lvl3pPr algn="l">
              <a:defRPr sz="2100" b="1">
                <a:solidFill>
                  <a:srgbClr val="087E82"/>
                </a:solidFill>
                <a:latin typeface="Consolas"/>
                <a:ea typeface="Consolas"/>
                <a:cs typeface="Consolas"/>
              </a:defRPr>
            </a:lvl3pPr>
            <a:lvl4pPr algn="l">
              <a:defRPr sz="2100" b="1">
                <a:solidFill>
                  <a:srgbClr val="087E82"/>
                </a:solidFill>
                <a:latin typeface="Consolas"/>
                <a:ea typeface="Consolas"/>
                <a:cs typeface="Consolas"/>
              </a:defRPr>
            </a:lvl4pPr>
            <a:lvl5pPr algn="l">
              <a:defRPr sz="2100" b="1">
                <a:solidFill>
                  <a:srgbClr val="087E82"/>
                </a:solidFill>
                <a:latin typeface="Consolas"/>
                <a:ea typeface="Consolas"/>
                <a:cs typeface="Consolas"/>
              </a:defRPr>
            </a:lvl5pPr>
            <a:lvl6pPr algn="l">
              <a:defRPr sz="2100" b="1">
                <a:solidFill>
                  <a:srgbClr val="087E82"/>
                </a:solidFill>
                <a:latin typeface="Consolas"/>
                <a:ea typeface="Consolas"/>
                <a:cs typeface="Consolas"/>
              </a:defRPr>
            </a:lvl6pPr>
            <a:lvl7pPr algn="l">
              <a:defRPr sz="2100" b="1">
                <a:solidFill>
                  <a:srgbClr val="087E82"/>
                </a:solidFill>
                <a:latin typeface="Consolas"/>
                <a:ea typeface="Consolas"/>
                <a:cs typeface="Consolas"/>
              </a:defRPr>
            </a:lvl7pPr>
            <a:lvl8pPr algn="l">
              <a:defRPr sz="2100" b="1">
                <a:solidFill>
                  <a:srgbClr val="087E82"/>
                </a:solidFill>
                <a:latin typeface="Consolas"/>
                <a:ea typeface="Consolas"/>
                <a:cs typeface="Consolas"/>
              </a:defRPr>
            </a:lvl8pPr>
            <a:lvl9pPr algn="l">
              <a:defRPr sz="2100" b="1">
                <a:solidFill>
                  <a:srgbClr val="087E82"/>
                </a:solidFill>
                <a:latin typeface="Consolas"/>
                <a:ea typeface="Consolas"/>
                <a:cs typeface="Consolas"/>
              </a:defRPr>
            </a:lvl9pPr>
          </a:lstStyle>
          <a:p xmlns:a="http://schemas.openxmlformats.org/drawingml/2006/main">
            <a:pPr algn="l">
              <a:defRPr sz="2100" b="1">
                <a:solidFill>
                  <a:srgbClr val="087E82"/>
                </a:solidFill>
                <a:latin typeface="Consolas"/>
                <a:ea typeface="Consolas"/>
                <a:cs typeface="Consolas"/>
              </a:defRPr>
            </a:pPr>
            <a:r>
              <a:rPr sz="2100" b="1">
                <a:solidFill>
                  <a:srgbClr val="087E82"/>
                </a:solidFill>
                <a:latin typeface="Consolas"/>
                <a:ea typeface="Consolas"/>
                <a:cs typeface="Consolas"/>
              </a:rPr>
              <a:t>04</a:t>
            </a:r>
          </a:p>
        </p:txBody>
      </p:sp>
      <p:sp>
        <p:nvSpPr>
          <p:cNvPr id="12" name="">
            <a:extLst xmlns:a="http://schemas.openxmlformats.org/drawingml/2006/main">
              <a:ext uri="{FF2B5EF4-FFF2-40B4-BE49-F238E27FC236}">
                <a16:creationId xmlns:a16="http://schemas.microsoft.com/office/drawing/2014/main" id="{97BFAD68-B8B5-4888-B41A-58185312EA51}"/>
              </a:ext>
            </a:extLst>
          </p:cNvPr>
          <p:cNvSpPr>
            <a:spLocks xmlns:a="http://schemas.openxmlformats.org/drawingml/2006/main" noGrp="1"/>
          </p:cNvSpPr>
          <p:nvPr/>
        </p:nvSpPr>
        <p:spPr>
          <a:xfrm xmlns:a="http://schemas.openxmlformats.org/drawingml/2006/main">
            <a:off x="1905000" y="4733925"/>
            <a:ext cx="9477375"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BTN R 재개, BTN C 초기화</a:t>
            </a:r>
          </a:p>
        </p:txBody>
      </p:sp>
      <p:sp>
        <p:nvSpPr>
          <p:cNvPr id="13" name="">
            <a:extLst xmlns:a="http://schemas.openxmlformats.org/drawingml/2006/main">
              <a:ext uri="{FF2B5EF4-FFF2-40B4-BE49-F238E27FC236}">
                <a16:creationId xmlns:a16="http://schemas.microsoft.com/office/drawing/2014/main" id="{875F14BC-8362-4365-AA1E-DF1DAD6B99B9}"/>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권장 길이 30–40초 / 손과 FND를 한 화면에 / 실제 촬영본 추가 후 발표</a:t>
            </a:r>
          </a:p>
        </p:txBody>
      </p:sp>
    </p:spTree>
    <p:extLst>
      <p:ext uri="{BB962C8B-B14F-4D97-AF65-F5344CB8AC3E}">
        <p14:creationId xmlns:p14="http://schemas.microsoft.com/office/powerpoint/2010/main" val="576387431"/>
      </p:ext>
    </p:extLst>
  </p:cSld>
</p:sld>
</file>

<file path=ppt/slides/slide1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6938B3A-0DFF-4AD7-BBF3-1680C14F924C}"/>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Setup / Hold: 에지 앞뒤의 안정 시간</a:t>
            </a:r>
          </a:p>
        </p:txBody>
      </p:sp>
      <p:sp>
        <p:nvSpPr>
          <p:cNvPr id="2" name="">
            <a:extLst xmlns:a="http://schemas.openxmlformats.org/drawingml/2006/main">
              <a:ext uri="{FF2B5EF4-FFF2-40B4-BE49-F238E27FC236}">
                <a16:creationId xmlns:a16="http://schemas.microsoft.com/office/drawing/2014/main" id="{8A3F6481-7F38-4C47-8C49-D1FADFBADB1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55256439-7659-4AC2-882E-8F8665AC04C4}"/>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15</a:t>
            </a:r>
          </a:p>
        </p:txBody>
      </p:sp>
      <p:sp>
        <p:nvSpPr>
          <p:cNvPr id="4" name="">
            <a:extLst xmlns:a="http://schemas.openxmlformats.org/drawingml/2006/main">
              <a:ext uri="{FF2B5EF4-FFF2-40B4-BE49-F238E27FC236}">
                <a16:creationId xmlns:a16="http://schemas.microsoft.com/office/drawing/2014/main" id="{22096BEC-B4E7-41EE-AD19-6470AA468D94}"/>
              </a:ext>
            </a:extLst>
          </p:cNvPr>
          <p:cNvSpPr>
            <a:spLocks xmlns:a="http://schemas.openxmlformats.org/drawingml/2006/main" noGrp="1"/>
          </p:cNvSpPr>
          <p:nvPr/>
        </p:nvSpPr>
        <p:spPr>
          <a:xfrm xmlns:a="http://schemas.openxmlformats.org/drawingml/2006/main">
            <a:off x="4953000" y="1714500"/>
            <a:ext cx="2286000" cy="2000250"/>
          </a:xfrm>
          <a:prstGeom xmlns:a="http://schemas.openxmlformats.org/drawingml/2006/main" prst="rect">
            <a:avLst/>
          </a:prstGeom>
          <a:solidFill xmlns:a="http://schemas.openxmlformats.org/drawingml/2006/main">
            <a:srgbClr val="E1EEEA"/>
          </a:solidFill>
          <a:ln xmlns:a="http://schemas.openxmlformats.org/drawingml/2006/main" w="9525">
            <a:noFill/>
            <a:prstDash val="solid"/>
          </a:ln>
        </p:spPr>
      </p:sp>
      <p:sp>
        <p:nvSpPr>
          <p:cNvPr id="5" name="">
            <a:extLst xmlns:a="http://schemas.openxmlformats.org/drawingml/2006/main">
              <a:ext uri="{FF2B5EF4-FFF2-40B4-BE49-F238E27FC236}">
                <a16:creationId xmlns:a16="http://schemas.microsoft.com/office/drawing/2014/main" id="{A5E4BABD-1586-4213-AA6D-2FCA3A4A2D73}"/>
              </a:ext>
            </a:extLst>
          </p:cNvPr>
          <p:cNvSpPr>
            <a:spLocks xmlns:a="http://schemas.openxmlformats.org/drawingml/2006/main" noGrp="1"/>
          </p:cNvSpPr>
          <p:nvPr/>
        </p:nvSpPr>
        <p:spPr>
          <a:xfrm xmlns:a="http://schemas.openxmlformats.org/drawingml/2006/main">
            <a:off x="6191250" y="1619250"/>
            <a:ext cx="0" cy="2190750"/>
          </a:xfrm>
          <a:prstGeom xmlns:a="http://schemas.openxmlformats.org/drawingml/2006/main" prst="line">
            <a:avLst/>
          </a:prstGeom>
          <a:noFill xmlns:a="http://schemas.openxmlformats.org/drawingml/2006/main"/>
          <a:ln xmlns:a="http://schemas.openxmlformats.org/drawingml/2006/main" w="19050">
            <a:solidFill>
              <a:srgbClr val="B64235"/>
            </a:solidFill>
            <a:prstDash val="solid"/>
          </a:ln>
        </p:spPr>
      </p:sp>
      <p:sp>
        <p:nvSpPr>
          <p:cNvPr id="6" name="">
            <a:extLst xmlns:a="http://schemas.openxmlformats.org/drawingml/2006/main">
              <a:ext uri="{FF2B5EF4-FFF2-40B4-BE49-F238E27FC236}">
                <a16:creationId xmlns:a16="http://schemas.microsoft.com/office/drawing/2014/main" id="{B40BFE53-B964-41E4-AB0B-0B8CBD890CCB}"/>
              </a:ext>
            </a:extLst>
          </p:cNvPr>
          <p:cNvSpPr>
            <a:spLocks xmlns:a="http://schemas.openxmlformats.org/drawingml/2006/main" noGrp="1"/>
          </p:cNvSpPr>
          <p:nvPr/>
        </p:nvSpPr>
        <p:spPr>
          <a:xfrm xmlns:a="http://schemas.openxmlformats.org/drawingml/2006/main">
            <a:off x="5219700" y="3895725"/>
            <a:ext cx="2476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950" b="1">
                <a:solidFill>
                  <a:srgbClr val="B64235"/>
                </a:solidFill>
                <a:latin typeface="Malgun Gothic"/>
                <a:ea typeface="Malgun Gothic"/>
                <a:cs typeface="Malgun Gothic"/>
              </a:defRPr>
            </a:defPPr>
            <a:lvl1pPr algn="ctr">
              <a:defRPr sz="1950" b="1">
                <a:solidFill>
                  <a:srgbClr val="B64235"/>
                </a:solidFill>
                <a:latin typeface="Malgun Gothic"/>
                <a:ea typeface="Malgun Gothic"/>
                <a:cs typeface="Malgun Gothic"/>
              </a:defRPr>
            </a:lvl1pPr>
            <a:lvl2pPr algn="ctr">
              <a:defRPr sz="1950" b="1">
                <a:solidFill>
                  <a:srgbClr val="B64235"/>
                </a:solidFill>
                <a:latin typeface="Malgun Gothic"/>
                <a:ea typeface="Malgun Gothic"/>
                <a:cs typeface="Malgun Gothic"/>
              </a:defRPr>
            </a:lvl2pPr>
            <a:lvl3pPr algn="ctr">
              <a:defRPr sz="1950" b="1">
                <a:solidFill>
                  <a:srgbClr val="B64235"/>
                </a:solidFill>
                <a:latin typeface="Malgun Gothic"/>
                <a:ea typeface="Malgun Gothic"/>
                <a:cs typeface="Malgun Gothic"/>
              </a:defRPr>
            </a:lvl3pPr>
            <a:lvl4pPr algn="ctr">
              <a:defRPr sz="1950" b="1">
                <a:solidFill>
                  <a:srgbClr val="B64235"/>
                </a:solidFill>
                <a:latin typeface="Malgun Gothic"/>
                <a:ea typeface="Malgun Gothic"/>
                <a:cs typeface="Malgun Gothic"/>
              </a:defRPr>
            </a:lvl4pPr>
            <a:lvl5pPr algn="ctr">
              <a:defRPr sz="1950" b="1">
                <a:solidFill>
                  <a:srgbClr val="B64235"/>
                </a:solidFill>
                <a:latin typeface="Malgun Gothic"/>
                <a:ea typeface="Malgun Gothic"/>
                <a:cs typeface="Malgun Gothic"/>
              </a:defRPr>
            </a:lvl5pPr>
            <a:lvl6pPr algn="ctr">
              <a:defRPr sz="1950" b="1">
                <a:solidFill>
                  <a:srgbClr val="B64235"/>
                </a:solidFill>
                <a:latin typeface="Malgun Gothic"/>
                <a:ea typeface="Malgun Gothic"/>
                <a:cs typeface="Malgun Gothic"/>
              </a:defRPr>
            </a:lvl6pPr>
            <a:lvl7pPr algn="ctr">
              <a:defRPr sz="1950" b="1">
                <a:solidFill>
                  <a:srgbClr val="B64235"/>
                </a:solidFill>
                <a:latin typeface="Malgun Gothic"/>
                <a:ea typeface="Malgun Gothic"/>
                <a:cs typeface="Malgun Gothic"/>
              </a:defRPr>
            </a:lvl7pPr>
            <a:lvl8pPr algn="ctr">
              <a:defRPr sz="1950" b="1">
                <a:solidFill>
                  <a:srgbClr val="B64235"/>
                </a:solidFill>
                <a:latin typeface="Malgun Gothic"/>
                <a:ea typeface="Malgun Gothic"/>
                <a:cs typeface="Malgun Gothic"/>
              </a:defRPr>
            </a:lvl8pPr>
            <a:lvl9pPr algn="ctr">
              <a:defRPr sz="1950" b="1">
                <a:solidFill>
                  <a:srgbClr val="B64235"/>
                </a:solidFill>
                <a:latin typeface="Malgun Gothic"/>
                <a:ea typeface="Malgun Gothic"/>
                <a:cs typeface="Malgun Gothic"/>
              </a:defRPr>
            </a:lvl9pPr>
          </a:lstStyle>
          <a:p xmlns:a="http://schemas.openxmlformats.org/drawingml/2006/main">
            <a:pPr algn="ctr">
              <a:defRPr sz="1950" b="1">
                <a:solidFill>
                  <a:srgbClr val="B64235"/>
                </a:solidFill>
                <a:latin typeface="Malgun Gothic"/>
                <a:ea typeface="Malgun Gothic"/>
                <a:cs typeface="Malgun Gothic"/>
              </a:defRPr>
            </a:pPr>
            <a:r>
              <a:rPr sz="1950" b="1">
                <a:solidFill>
                  <a:srgbClr val="B64235"/>
                </a:solidFill>
                <a:latin typeface="Malgun Gothic"/>
                <a:ea typeface="Malgun Gothic"/>
                <a:cs typeface="Malgun Gothic"/>
              </a:rPr>
              <a:t>샘플링 에지</a:t>
            </a:r>
          </a:p>
        </p:txBody>
      </p:sp>
      <p:sp>
        <p:nvSpPr>
          <p:cNvPr id="7" name="">
            <a:extLst xmlns:a="http://schemas.openxmlformats.org/drawingml/2006/main">
              <a:ext uri="{FF2B5EF4-FFF2-40B4-BE49-F238E27FC236}">
                <a16:creationId xmlns:a16="http://schemas.microsoft.com/office/drawing/2014/main" id="{1C936785-DAB0-4431-B6A5-BED556533029}"/>
              </a:ext>
            </a:extLst>
          </p:cNvPr>
          <p:cNvSpPr>
            <a:spLocks xmlns:a="http://schemas.openxmlformats.org/drawingml/2006/main" noGrp="1"/>
          </p:cNvSpPr>
          <p:nvPr/>
        </p:nvSpPr>
        <p:spPr>
          <a:xfrm xmlns:a="http://schemas.openxmlformats.org/drawingml/2006/main">
            <a:off x="762000" y="2257425"/>
            <a:ext cx="9525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75" b="1">
                <a:solidFill>
                  <a:srgbClr val="087E82"/>
                </a:solidFill>
                <a:latin typeface="Malgun Gothic"/>
                <a:ea typeface="Malgun Gothic"/>
                <a:cs typeface="Malgun Gothic"/>
              </a:defRPr>
            </a:defPPr>
            <a:lvl1pPr algn="l">
              <a:defRPr sz="2175" b="1">
                <a:solidFill>
                  <a:srgbClr val="087E82"/>
                </a:solidFill>
                <a:latin typeface="Malgun Gothic"/>
                <a:ea typeface="Malgun Gothic"/>
                <a:cs typeface="Malgun Gothic"/>
              </a:defRPr>
            </a:lvl1pPr>
            <a:lvl2pPr algn="l">
              <a:defRPr sz="2175" b="1">
                <a:solidFill>
                  <a:srgbClr val="087E82"/>
                </a:solidFill>
                <a:latin typeface="Malgun Gothic"/>
                <a:ea typeface="Malgun Gothic"/>
                <a:cs typeface="Malgun Gothic"/>
              </a:defRPr>
            </a:lvl2pPr>
            <a:lvl3pPr algn="l">
              <a:defRPr sz="2175" b="1">
                <a:solidFill>
                  <a:srgbClr val="087E82"/>
                </a:solidFill>
                <a:latin typeface="Malgun Gothic"/>
                <a:ea typeface="Malgun Gothic"/>
                <a:cs typeface="Malgun Gothic"/>
              </a:defRPr>
            </a:lvl3pPr>
            <a:lvl4pPr algn="l">
              <a:defRPr sz="2175" b="1">
                <a:solidFill>
                  <a:srgbClr val="087E82"/>
                </a:solidFill>
                <a:latin typeface="Malgun Gothic"/>
                <a:ea typeface="Malgun Gothic"/>
                <a:cs typeface="Malgun Gothic"/>
              </a:defRPr>
            </a:lvl4pPr>
            <a:lvl5pPr algn="l">
              <a:defRPr sz="2175" b="1">
                <a:solidFill>
                  <a:srgbClr val="087E82"/>
                </a:solidFill>
                <a:latin typeface="Malgun Gothic"/>
                <a:ea typeface="Malgun Gothic"/>
                <a:cs typeface="Malgun Gothic"/>
              </a:defRPr>
            </a:lvl5pPr>
            <a:lvl6pPr algn="l">
              <a:defRPr sz="2175" b="1">
                <a:solidFill>
                  <a:srgbClr val="087E82"/>
                </a:solidFill>
                <a:latin typeface="Malgun Gothic"/>
                <a:ea typeface="Malgun Gothic"/>
                <a:cs typeface="Malgun Gothic"/>
              </a:defRPr>
            </a:lvl6pPr>
            <a:lvl7pPr algn="l">
              <a:defRPr sz="2175" b="1">
                <a:solidFill>
                  <a:srgbClr val="087E82"/>
                </a:solidFill>
                <a:latin typeface="Malgun Gothic"/>
                <a:ea typeface="Malgun Gothic"/>
                <a:cs typeface="Malgun Gothic"/>
              </a:defRPr>
            </a:lvl7pPr>
            <a:lvl8pPr algn="l">
              <a:defRPr sz="2175" b="1">
                <a:solidFill>
                  <a:srgbClr val="087E82"/>
                </a:solidFill>
                <a:latin typeface="Malgun Gothic"/>
                <a:ea typeface="Malgun Gothic"/>
                <a:cs typeface="Malgun Gothic"/>
              </a:defRPr>
            </a:lvl8pPr>
            <a:lvl9pPr algn="l">
              <a:defRPr sz="2175" b="1">
                <a:solidFill>
                  <a:srgbClr val="087E82"/>
                </a:solidFill>
                <a:latin typeface="Malgun Gothic"/>
                <a:ea typeface="Malgun Gothic"/>
                <a:cs typeface="Malgun Gothic"/>
              </a:defRPr>
            </a:lvl9pPr>
          </a:lstStyle>
          <a:p xmlns:a="http://schemas.openxmlformats.org/drawingml/2006/main">
            <a:pPr algn="l">
              <a:defRPr sz="2175" b="1">
                <a:solidFill>
                  <a:srgbClr val="087E82"/>
                </a:solidFill>
                <a:latin typeface="Malgun Gothic"/>
                <a:ea typeface="Malgun Gothic"/>
                <a:cs typeface="Malgun Gothic"/>
              </a:defRPr>
            </a:pPr>
            <a:r>
              <a:rPr sz="2175" b="1">
                <a:solidFill>
                  <a:srgbClr val="087E82"/>
                </a:solidFill>
                <a:latin typeface="Malgun Gothic"/>
                <a:ea typeface="Malgun Gothic"/>
                <a:cs typeface="Malgun Gothic"/>
              </a:rPr>
              <a:t>D</a:t>
            </a:r>
          </a:p>
        </p:txBody>
      </p:sp>
      <p:sp>
        <p:nvSpPr>
          <p:cNvPr id="8" name="">
            <a:extLst xmlns:a="http://schemas.openxmlformats.org/drawingml/2006/main">
              <a:ext uri="{FF2B5EF4-FFF2-40B4-BE49-F238E27FC236}">
                <a16:creationId xmlns:a16="http://schemas.microsoft.com/office/drawing/2014/main" id="{A8C68C30-749D-4EA0-B90B-041C221E4C12}"/>
              </a:ext>
            </a:extLst>
          </p:cNvPr>
          <p:cNvSpPr>
            <a:spLocks xmlns:a="http://schemas.openxmlformats.org/drawingml/2006/main" noGrp="1"/>
          </p:cNvSpPr>
          <p:nvPr/>
        </p:nvSpPr>
        <p:spPr>
          <a:xfrm xmlns:a="http://schemas.openxmlformats.org/drawingml/2006/main">
            <a:off x="2095500" y="2800350"/>
            <a:ext cx="15240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9" name="">
            <a:extLst xmlns:a="http://schemas.openxmlformats.org/drawingml/2006/main">
              <a:ext uri="{FF2B5EF4-FFF2-40B4-BE49-F238E27FC236}">
                <a16:creationId xmlns:a16="http://schemas.microsoft.com/office/drawing/2014/main" id="{B1BED06B-EED8-4A32-A994-0A81B610DB65}"/>
              </a:ext>
            </a:extLst>
          </p:cNvPr>
          <p:cNvSpPr>
            <a:spLocks xmlns:a="http://schemas.openxmlformats.org/drawingml/2006/main" noGrp="1"/>
          </p:cNvSpPr>
          <p:nvPr/>
        </p:nvSpPr>
        <p:spPr>
          <a:xfrm xmlns:a="http://schemas.openxmlformats.org/drawingml/2006/main">
            <a:off x="3619500" y="2295525"/>
            <a:ext cx="0" cy="504825"/>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10" name="">
            <a:extLst xmlns:a="http://schemas.openxmlformats.org/drawingml/2006/main">
              <a:ext uri="{FF2B5EF4-FFF2-40B4-BE49-F238E27FC236}">
                <a16:creationId xmlns:a16="http://schemas.microsoft.com/office/drawing/2014/main" id="{F6B1482F-9755-4A94-BBBD-79883742D26D}"/>
              </a:ext>
            </a:extLst>
          </p:cNvPr>
          <p:cNvSpPr>
            <a:spLocks xmlns:a="http://schemas.openxmlformats.org/drawingml/2006/main" noGrp="1"/>
          </p:cNvSpPr>
          <p:nvPr/>
        </p:nvSpPr>
        <p:spPr>
          <a:xfrm xmlns:a="http://schemas.openxmlformats.org/drawingml/2006/main">
            <a:off x="3619500" y="2295525"/>
            <a:ext cx="5143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11" name="">
            <a:extLst xmlns:a="http://schemas.openxmlformats.org/drawingml/2006/main">
              <a:ext uri="{FF2B5EF4-FFF2-40B4-BE49-F238E27FC236}">
                <a16:creationId xmlns:a16="http://schemas.microsoft.com/office/drawing/2014/main" id="{B2BE992E-4EE0-42DC-9D88-C2E97E4D88CB}"/>
              </a:ext>
            </a:extLst>
          </p:cNvPr>
          <p:cNvSpPr>
            <a:spLocks xmlns:a="http://schemas.openxmlformats.org/drawingml/2006/main" noGrp="1"/>
          </p:cNvSpPr>
          <p:nvPr/>
        </p:nvSpPr>
        <p:spPr>
          <a:xfrm xmlns:a="http://schemas.openxmlformats.org/drawingml/2006/main">
            <a:off x="8763000" y="2295525"/>
            <a:ext cx="0" cy="504825"/>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12" name="">
            <a:extLst xmlns:a="http://schemas.openxmlformats.org/drawingml/2006/main">
              <a:ext uri="{FF2B5EF4-FFF2-40B4-BE49-F238E27FC236}">
                <a16:creationId xmlns:a16="http://schemas.microsoft.com/office/drawing/2014/main" id="{B9D77D84-4D9D-4A9D-9521-460F4191BD5E}"/>
              </a:ext>
            </a:extLst>
          </p:cNvPr>
          <p:cNvSpPr>
            <a:spLocks xmlns:a="http://schemas.openxmlformats.org/drawingml/2006/main" noGrp="1"/>
          </p:cNvSpPr>
          <p:nvPr/>
        </p:nvSpPr>
        <p:spPr>
          <a:xfrm xmlns:a="http://schemas.openxmlformats.org/drawingml/2006/main">
            <a:off x="8763000" y="2800350"/>
            <a:ext cx="22860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13" name="">
            <a:extLst xmlns:a="http://schemas.openxmlformats.org/drawingml/2006/main">
              <a:ext uri="{FF2B5EF4-FFF2-40B4-BE49-F238E27FC236}">
                <a16:creationId xmlns:a16="http://schemas.microsoft.com/office/drawing/2014/main" id="{F86266DE-98DA-41F5-A0DA-9BE7A348302D}"/>
              </a:ext>
            </a:extLst>
          </p:cNvPr>
          <p:cNvSpPr>
            <a:spLocks xmlns:a="http://schemas.openxmlformats.org/drawingml/2006/main" noGrp="1"/>
          </p:cNvSpPr>
          <p:nvPr/>
        </p:nvSpPr>
        <p:spPr>
          <a:xfrm xmlns:a="http://schemas.openxmlformats.org/drawingml/2006/main">
            <a:off x="4953000" y="1762125"/>
            <a:ext cx="123825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setup</a:t>
            </a:r>
          </a:p>
        </p:txBody>
      </p:sp>
      <p:sp>
        <p:nvSpPr>
          <p:cNvPr id="14" name="">
            <a:extLst xmlns:a="http://schemas.openxmlformats.org/drawingml/2006/main">
              <a:ext uri="{FF2B5EF4-FFF2-40B4-BE49-F238E27FC236}">
                <a16:creationId xmlns:a16="http://schemas.microsoft.com/office/drawing/2014/main" id="{B1724AF2-41BB-4830-B4E6-0AD717ADD091}"/>
              </a:ext>
            </a:extLst>
          </p:cNvPr>
          <p:cNvSpPr>
            <a:spLocks xmlns:a="http://schemas.openxmlformats.org/drawingml/2006/main" noGrp="1"/>
          </p:cNvSpPr>
          <p:nvPr/>
        </p:nvSpPr>
        <p:spPr>
          <a:xfrm xmlns:a="http://schemas.openxmlformats.org/drawingml/2006/main">
            <a:off x="6191250" y="1762125"/>
            <a:ext cx="104775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hold</a:t>
            </a:r>
          </a:p>
        </p:txBody>
      </p:sp>
      <p:sp>
        <p:nvSpPr>
          <p:cNvPr id="15" name="">
            <a:extLst xmlns:a="http://schemas.openxmlformats.org/drawingml/2006/main">
              <a:ext uri="{FF2B5EF4-FFF2-40B4-BE49-F238E27FC236}">
                <a16:creationId xmlns:a16="http://schemas.microsoft.com/office/drawing/2014/main" id="{BAEED94F-60F6-45E6-8830-8ACB664075E8}"/>
              </a:ext>
            </a:extLst>
          </p:cNvPr>
          <p:cNvSpPr>
            <a:spLocks xmlns:a="http://schemas.openxmlformats.org/drawingml/2006/main" noGrp="1"/>
          </p:cNvSpPr>
          <p:nvPr/>
        </p:nvSpPr>
        <p:spPr>
          <a:xfrm xmlns:a="http://schemas.openxmlformats.org/drawingml/2006/main">
            <a:off x="4324350" y="3133725"/>
            <a:ext cx="361950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950" b="1">
                <a:solidFill>
                  <a:srgbClr val="087E82"/>
                </a:solidFill>
                <a:latin typeface="Malgun Gothic"/>
                <a:ea typeface="Malgun Gothic"/>
                <a:cs typeface="Malgun Gothic"/>
              </a:defRPr>
            </a:defPPr>
            <a:lvl1pPr algn="ctr">
              <a:defRPr sz="1950" b="1">
                <a:solidFill>
                  <a:srgbClr val="087E82"/>
                </a:solidFill>
                <a:latin typeface="Malgun Gothic"/>
                <a:ea typeface="Malgun Gothic"/>
                <a:cs typeface="Malgun Gothic"/>
              </a:defRPr>
            </a:lvl1pPr>
            <a:lvl2pPr algn="ctr">
              <a:defRPr sz="1950" b="1">
                <a:solidFill>
                  <a:srgbClr val="087E82"/>
                </a:solidFill>
                <a:latin typeface="Malgun Gothic"/>
                <a:ea typeface="Malgun Gothic"/>
                <a:cs typeface="Malgun Gothic"/>
              </a:defRPr>
            </a:lvl2pPr>
            <a:lvl3pPr algn="ctr">
              <a:defRPr sz="1950" b="1">
                <a:solidFill>
                  <a:srgbClr val="087E82"/>
                </a:solidFill>
                <a:latin typeface="Malgun Gothic"/>
                <a:ea typeface="Malgun Gothic"/>
                <a:cs typeface="Malgun Gothic"/>
              </a:defRPr>
            </a:lvl3pPr>
            <a:lvl4pPr algn="ctr">
              <a:defRPr sz="1950" b="1">
                <a:solidFill>
                  <a:srgbClr val="087E82"/>
                </a:solidFill>
                <a:latin typeface="Malgun Gothic"/>
                <a:ea typeface="Malgun Gothic"/>
                <a:cs typeface="Malgun Gothic"/>
              </a:defRPr>
            </a:lvl4pPr>
            <a:lvl5pPr algn="ctr">
              <a:defRPr sz="1950" b="1">
                <a:solidFill>
                  <a:srgbClr val="087E82"/>
                </a:solidFill>
                <a:latin typeface="Malgun Gothic"/>
                <a:ea typeface="Malgun Gothic"/>
                <a:cs typeface="Malgun Gothic"/>
              </a:defRPr>
            </a:lvl5pPr>
            <a:lvl6pPr algn="ctr">
              <a:defRPr sz="1950" b="1">
                <a:solidFill>
                  <a:srgbClr val="087E82"/>
                </a:solidFill>
                <a:latin typeface="Malgun Gothic"/>
                <a:ea typeface="Malgun Gothic"/>
                <a:cs typeface="Malgun Gothic"/>
              </a:defRPr>
            </a:lvl6pPr>
            <a:lvl7pPr algn="ctr">
              <a:defRPr sz="1950" b="1">
                <a:solidFill>
                  <a:srgbClr val="087E82"/>
                </a:solidFill>
                <a:latin typeface="Malgun Gothic"/>
                <a:ea typeface="Malgun Gothic"/>
                <a:cs typeface="Malgun Gothic"/>
              </a:defRPr>
            </a:lvl7pPr>
            <a:lvl8pPr algn="ctr">
              <a:defRPr sz="1950" b="1">
                <a:solidFill>
                  <a:srgbClr val="087E82"/>
                </a:solidFill>
                <a:latin typeface="Malgun Gothic"/>
                <a:ea typeface="Malgun Gothic"/>
                <a:cs typeface="Malgun Gothic"/>
              </a:defRPr>
            </a:lvl8pPr>
            <a:lvl9pPr algn="ctr">
              <a:defRPr sz="1950" b="1">
                <a:solidFill>
                  <a:srgbClr val="087E82"/>
                </a:solidFill>
                <a:latin typeface="Malgun Gothic"/>
                <a:ea typeface="Malgun Gothic"/>
                <a:cs typeface="Malgun Gothic"/>
              </a:defRPr>
            </a:lvl9pPr>
          </a:lstStyle>
          <a:p xmlns:a="http://schemas.openxmlformats.org/drawingml/2006/main">
            <a:pPr algn="ct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이 구간은 D가 안정</a:t>
            </a:r>
          </a:p>
        </p:txBody>
      </p:sp>
      <p:sp>
        <p:nvSpPr>
          <p:cNvPr id="16" name="">
            <a:extLst xmlns:a="http://schemas.openxmlformats.org/drawingml/2006/main">
              <a:ext uri="{FF2B5EF4-FFF2-40B4-BE49-F238E27FC236}">
                <a16:creationId xmlns:a16="http://schemas.microsoft.com/office/drawing/2014/main" id="{99685900-5ADB-4AC1-85B3-CCA755D605AD}"/>
              </a:ext>
            </a:extLst>
          </p:cNvPr>
          <p:cNvSpPr>
            <a:spLocks xmlns:a="http://schemas.openxmlformats.org/drawingml/2006/main" noGrp="1"/>
          </p:cNvSpPr>
          <p:nvPr/>
        </p:nvSpPr>
        <p:spPr>
          <a:xfrm xmlns:a="http://schemas.openxmlformats.org/drawingml/2006/main">
            <a:off x="685800" y="4657725"/>
            <a:ext cx="5191125"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Setup 위반: 데이터가 늦음</a:t>
            </a:r>
          </a:p>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논리 단축, 파이프라인, 주기 증가</a:t>
            </a:r>
          </a:p>
        </p:txBody>
      </p:sp>
      <p:sp>
        <p:nvSpPr>
          <p:cNvPr id="17" name="">
            <a:extLst xmlns:a="http://schemas.openxmlformats.org/drawingml/2006/main">
              <a:ext uri="{FF2B5EF4-FFF2-40B4-BE49-F238E27FC236}">
                <a16:creationId xmlns:a16="http://schemas.microsoft.com/office/drawing/2014/main" id="{694676F0-5586-4845-B0F8-1C449612082A}"/>
              </a:ext>
            </a:extLst>
          </p:cNvPr>
          <p:cNvSpPr>
            <a:spLocks xmlns:a="http://schemas.openxmlformats.org/drawingml/2006/main" noGrp="1"/>
          </p:cNvSpPr>
          <p:nvPr/>
        </p:nvSpPr>
        <p:spPr>
          <a:xfrm xmlns:a="http://schemas.openxmlformats.org/drawingml/2006/main">
            <a:off x="6572250" y="4657725"/>
            <a:ext cx="5000625"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171B1B"/>
                </a:solidFill>
                <a:latin typeface="Malgun Gothic"/>
                <a:ea typeface="Malgun Gothic"/>
                <a:cs typeface="Malgun Gothic"/>
              </a:defRPr>
            </a:defPPr>
            <a:lvl1pPr algn="l">
              <a:defRPr sz="1875" b="0">
                <a:solidFill>
                  <a:srgbClr val="171B1B"/>
                </a:solidFill>
                <a:latin typeface="Malgun Gothic"/>
                <a:ea typeface="Malgun Gothic"/>
                <a:cs typeface="Malgun Gothic"/>
              </a:defRPr>
            </a:lvl1pPr>
            <a:lvl2pPr algn="l">
              <a:defRPr sz="1875" b="0">
                <a:solidFill>
                  <a:srgbClr val="171B1B"/>
                </a:solidFill>
                <a:latin typeface="Malgun Gothic"/>
                <a:ea typeface="Malgun Gothic"/>
                <a:cs typeface="Malgun Gothic"/>
              </a:defRPr>
            </a:lvl2pPr>
            <a:lvl3pPr algn="l">
              <a:defRPr sz="1875" b="0">
                <a:solidFill>
                  <a:srgbClr val="171B1B"/>
                </a:solidFill>
                <a:latin typeface="Malgun Gothic"/>
                <a:ea typeface="Malgun Gothic"/>
                <a:cs typeface="Malgun Gothic"/>
              </a:defRPr>
            </a:lvl3pPr>
            <a:lvl4pPr algn="l">
              <a:defRPr sz="1875" b="0">
                <a:solidFill>
                  <a:srgbClr val="171B1B"/>
                </a:solidFill>
                <a:latin typeface="Malgun Gothic"/>
                <a:ea typeface="Malgun Gothic"/>
                <a:cs typeface="Malgun Gothic"/>
              </a:defRPr>
            </a:lvl4pPr>
            <a:lvl5pPr algn="l">
              <a:defRPr sz="1875" b="0">
                <a:solidFill>
                  <a:srgbClr val="171B1B"/>
                </a:solidFill>
                <a:latin typeface="Malgun Gothic"/>
                <a:ea typeface="Malgun Gothic"/>
                <a:cs typeface="Malgun Gothic"/>
              </a:defRPr>
            </a:lvl5pPr>
            <a:lvl6pPr algn="l">
              <a:defRPr sz="1875" b="0">
                <a:solidFill>
                  <a:srgbClr val="171B1B"/>
                </a:solidFill>
                <a:latin typeface="Malgun Gothic"/>
                <a:ea typeface="Malgun Gothic"/>
                <a:cs typeface="Malgun Gothic"/>
              </a:defRPr>
            </a:lvl6pPr>
            <a:lvl7pPr algn="l">
              <a:defRPr sz="1875" b="0">
                <a:solidFill>
                  <a:srgbClr val="171B1B"/>
                </a:solidFill>
                <a:latin typeface="Malgun Gothic"/>
                <a:ea typeface="Malgun Gothic"/>
                <a:cs typeface="Malgun Gothic"/>
              </a:defRPr>
            </a:lvl7pPr>
            <a:lvl8pPr algn="l">
              <a:defRPr sz="1875" b="0">
                <a:solidFill>
                  <a:srgbClr val="171B1B"/>
                </a:solidFill>
                <a:latin typeface="Malgun Gothic"/>
                <a:ea typeface="Malgun Gothic"/>
                <a:cs typeface="Malgun Gothic"/>
              </a:defRPr>
            </a:lvl8pPr>
            <a:lvl9pPr algn="l">
              <a:defRPr sz="1875" b="0">
                <a:solidFill>
                  <a:srgbClr val="171B1B"/>
                </a:solidFill>
                <a:latin typeface="Malgun Gothic"/>
                <a:ea typeface="Malgun Gothic"/>
                <a:cs typeface="Malgun Gothic"/>
              </a:defRPr>
            </a:lvl9pPr>
          </a:lstStyle>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Hold 위반: 데이터가 너무 빠름</a:t>
            </a:r>
          </a:p>
          <a:p xmlns:a="http://schemas.openxmlformats.org/drawingml/2006/main">
            <a:pPr algn="l">
              <a:defRPr sz="1875" b="0">
                <a:solidFill>
                  <a:srgbClr val="171B1B"/>
                </a:solidFill>
                <a:latin typeface="Malgun Gothic"/>
                <a:ea typeface="Malgun Gothic"/>
                <a:cs typeface="Malgun Gothic"/>
              </a:defRPr>
            </a:pPr>
            <a:r>
              <a:rPr sz="1875" b="0">
                <a:solidFill>
                  <a:srgbClr val="171B1B"/>
                </a:solidFill>
                <a:latin typeface="Malgun Gothic"/>
                <a:ea typeface="Malgun Gothic"/>
                <a:cs typeface="Malgun Gothic"/>
              </a:rPr>
              <a:t>최소 지연·skew 보정, 배치배선 수정</a:t>
            </a:r>
          </a:p>
        </p:txBody>
      </p:sp>
      <p:sp>
        <p:nvSpPr>
          <p:cNvPr id="18" name="">
            <a:extLst xmlns:a="http://schemas.openxmlformats.org/drawingml/2006/main">
              <a:ext uri="{FF2B5EF4-FFF2-40B4-BE49-F238E27FC236}">
                <a16:creationId xmlns:a16="http://schemas.microsoft.com/office/drawing/2014/main" id="{97F638CD-129D-4365-ABC4-BA7ED6E8997A}"/>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안정 시간 위반 시 캡처 값이나 출력 안정화 시간을 보장하기 어렵다.</a:t>
            </a:r>
          </a:p>
        </p:txBody>
      </p:sp>
    </p:spTree>
    <p:extLst>
      <p:ext uri="{BB962C8B-B14F-4D97-AF65-F5344CB8AC3E}">
        <p14:creationId xmlns:p14="http://schemas.microsoft.com/office/powerpoint/2010/main" val="541101529"/>
      </p:ext>
    </p:extLst>
  </p:cSld>
</p:sld>
</file>

<file path=ppt/slides/slide1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085B85-9B0B-4AC5-9CE0-6C845A71A452}"/>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Metastability: 비동기 입력의 동기화</a:t>
            </a:r>
          </a:p>
        </p:txBody>
      </p:sp>
      <p:sp>
        <p:nvSpPr>
          <p:cNvPr id="2" name="">
            <a:extLst xmlns:a="http://schemas.openxmlformats.org/drawingml/2006/main">
              <a:ext uri="{FF2B5EF4-FFF2-40B4-BE49-F238E27FC236}">
                <a16:creationId xmlns:a16="http://schemas.microsoft.com/office/drawing/2014/main" id="{1E66C2B1-45A0-4E34-A8A1-6A8765BC7E1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EABC56AC-488B-4C17-A97B-816F9755CF0D}"/>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A737D73C-D12E-4423-880B-34111A6DBACC}"/>
              </a:ext>
            </a:extLst>
          </p:cNvPr>
          <p:cNvSpPr>
            <a:spLocks xmlns:a="http://schemas.openxmlformats.org/drawingml/2006/main" noGrp="1"/>
          </p:cNvSpPr>
          <p:nvPr/>
        </p:nvSpPr>
        <p:spPr>
          <a:xfrm xmlns:a="http://schemas.openxmlformats.org/drawingml/2006/main">
            <a:off x="609600" y="2286000"/>
            <a:ext cx="2095500" cy="8572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5" name="">
            <a:extLst xmlns:a="http://schemas.openxmlformats.org/drawingml/2006/main">
              <a:ext uri="{FF2B5EF4-FFF2-40B4-BE49-F238E27FC236}">
                <a16:creationId xmlns:a16="http://schemas.microsoft.com/office/drawing/2014/main" id="{E2CC3700-E14C-476B-8481-18D57EA13BDE}"/>
              </a:ext>
            </a:extLst>
          </p:cNvPr>
          <p:cNvSpPr>
            <a:spLocks xmlns:a="http://schemas.openxmlformats.org/drawingml/2006/main" noGrp="1"/>
          </p:cNvSpPr>
          <p:nvPr/>
        </p:nvSpPr>
        <p:spPr>
          <a:xfrm xmlns:a="http://schemas.openxmlformats.org/drawingml/2006/main">
            <a:off x="723900" y="2362200"/>
            <a:ext cx="18669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비동기 버튼</a:t>
            </a:r>
          </a:p>
        </p:txBody>
      </p:sp>
      <p:sp>
        <p:nvSpPr>
          <p:cNvPr id="6" name="">
            <a:extLst xmlns:a="http://schemas.openxmlformats.org/drawingml/2006/main">
              <a:ext uri="{FF2B5EF4-FFF2-40B4-BE49-F238E27FC236}">
                <a16:creationId xmlns:a16="http://schemas.microsoft.com/office/drawing/2014/main" id="{EDD170F7-4FF3-443F-B448-00EC2D04B7A8}"/>
              </a:ext>
            </a:extLst>
          </p:cNvPr>
          <p:cNvSpPr>
            <a:spLocks xmlns:a="http://schemas.openxmlformats.org/drawingml/2006/main" noGrp="1"/>
          </p:cNvSpPr>
          <p:nvPr/>
        </p:nvSpPr>
        <p:spPr>
          <a:xfrm xmlns:a="http://schemas.openxmlformats.org/drawingml/2006/main">
            <a:off x="3409950" y="2286000"/>
            <a:ext cx="1809750" cy="857250"/>
          </a:xfrm>
          <a:prstGeom xmlns:a="http://schemas.openxmlformats.org/drawingml/2006/main" prst="rect">
            <a:avLst/>
          </a:prstGeom>
          <a:solidFill xmlns:a="http://schemas.openxmlformats.org/drawingml/2006/main">
            <a:srgbClr val="F6F5F0"/>
          </a:solidFill>
          <a:ln xmlns:a="http://schemas.openxmlformats.org/drawingml/2006/main" w="19050">
            <a:solidFill>
              <a:srgbClr val="B64235"/>
            </a:solidFill>
            <a:prstDash val="solid"/>
          </a:ln>
        </p:spPr>
      </p:sp>
      <p:sp>
        <p:nvSpPr>
          <p:cNvPr id="7" name="">
            <a:extLst xmlns:a="http://schemas.openxmlformats.org/drawingml/2006/main">
              <a:ext uri="{FF2B5EF4-FFF2-40B4-BE49-F238E27FC236}">
                <a16:creationId xmlns:a16="http://schemas.microsoft.com/office/drawing/2014/main" id="{85D7988C-9990-4A87-B9A5-1F76D5DA5B1F}"/>
              </a:ext>
            </a:extLst>
          </p:cNvPr>
          <p:cNvSpPr>
            <a:spLocks xmlns:a="http://schemas.openxmlformats.org/drawingml/2006/main" noGrp="1"/>
          </p:cNvSpPr>
          <p:nvPr/>
        </p:nvSpPr>
        <p:spPr>
          <a:xfrm xmlns:a="http://schemas.openxmlformats.org/drawingml/2006/main">
            <a:off x="3524250" y="2362200"/>
            <a:ext cx="158115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B64235"/>
                </a:solidFill>
                <a:latin typeface="Malgun Gothic"/>
                <a:ea typeface="Malgun Gothic"/>
                <a:cs typeface="Malgun Gothic"/>
              </a:defRPr>
            </a:defPPr>
            <a:lvl1pPr algn="ctr">
              <a:defRPr sz="1875" b="1">
                <a:solidFill>
                  <a:srgbClr val="B64235"/>
                </a:solidFill>
                <a:latin typeface="Malgun Gothic"/>
                <a:ea typeface="Malgun Gothic"/>
                <a:cs typeface="Malgun Gothic"/>
              </a:defRPr>
            </a:lvl1pPr>
            <a:lvl2pPr algn="ctr">
              <a:defRPr sz="1875" b="1">
                <a:solidFill>
                  <a:srgbClr val="B64235"/>
                </a:solidFill>
                <a:latin typeface="Malgun Gothic"/>
                <a:ea typeface="Malgun Gothic"/>
                <a:cs typeface="Malgun Gothic"/>
              </a:defRPr>
            </a:lvl2pPr>
            <a:lvl3pPr algn="ctr">
              <a:defRPr sz="1875" b="1">
                <a:solidFill>
                  <a:srgbClr val="B64235"/>
                </a:solidFill>
                <a:latin typeface="Malgun Gothic"/>
                <a:ea typeface="Malgun Gothic"/>
                <a:cs typeface="Malgun Gothic"/>
              </a:defRPr>
            </a:lvl3pPr>
            <a:lvl4pPr algn="ctr">
              <a:defRPr sz="1875" b="1">
                <a:solidFill>
                  <a:srgbClr val="B64235"/>
                </a:solidFill>
                <a:latin typeface="Malgun Gothic"/>
                <a:ea typeface="Malgun Gothic"/>
                <a:cs typeface="Malgun Gothic"/>
              </a:defRPr>
            </a:lvl4pPr>
            <a:lvl5pPr algn="ctr">
              <a:defRPr sz="1875" b="1">
                <a:solidFill>
                  <a:srgbClr val="B64235"/>
                </a:solidFill>
                <a:latin typeface="Malgun Gothic"/>
                <a:ea typeface="Malgun Gothic"/>
                <a:cs typeface="Malgun Gothic"/>
              </a:defRPr>
            </a:lvl5pPr>
            <a:lvl6pPr algn="ctr">
              <a:defRPr sz="1875" b="1">
                <a:solidFill>
                  <a:srgbClr val="B64235"/>
                </a:solidFill>
                <a:latin typeface="Malgun Gothic"/>
                <a:ea typeface="Malgun Gothic"/>
                <a:cs typeface="Malgun Gothic"/>
              </a:defRPr>
            </a:lvl6pPr>
            <a:lvl7pPr algn="ctr">
              <a:defRPr sz="1875" b="1">
                <a:solidFill>
                  <a:srgbClr val="B64235"/>
                </a:solidFill>
                <a:latin typeface="Malgun Gothic"/>
                <a:ea typeface="Malgun Gothic"/>
                <a:cs typeface="Malgun Gothic"/>
              </a:defRPr>
            </a:lvl7pPr>
            <a:lvl8pPr algn="ctr">
              <a:defRPr sz="1875" b="1">
                <a:solidFill>
                  <a:srgbClr val="B64235"/>
                </a:solidFill>
                <a:latin typeface="Malgun Gothic"/>
                <a:ea typeface="Malgun Gothic"/>
                <a:cs typeface="Malgun Gothic"/>
              </a:defRPr>
            </a:lvl8pPr>
            <a:lvl9pPr algn="ctr">
              <a:defRPr sz="1875" b="1">
                <a:solidFill>
                  <a:srgbClr val="B64235"/>
                </a:solidFill>
                <a:latin typeface="Malgun Gothic"/>
                <a:ea typeface="Malgun Gothic"/>
                <a:cs typeface="Malgun Gothic"/>
              </a:defRPr>
            </a:lvl9pPr>
          </a:lstStyle>
          <a:p xmlns:a="http://schemas.openxmlformats.org/drawingml/2006/main">
            <a:pPr algn="ctr">
              <a:defRPr sz="1875" b="1">
                <a:solidFill>
                  <a:srgbClr val="B64235"/>
                </a:solidFill>
                <a:latin typeface="Malgun Gothic"/>
                <a:ea typeface="Malgun Gothic"/>
                <a:cs typeface="Malgun Gothic"/>
              </a:defRPr>
            </a:pPr>
            <a:r>
              <a:rPr sz="1875" b="1">
                <a:solidFill>
                  <a:srgbClr val="B64235"/>
                </a:solidFill>
                <a:latin typeface="Malgun Gothic"/>
                <a:ea typeface="Malgun Gothic"/>
                <a:cs typeface="Malgun Gothic"/>
              </a:rPr>
              <a:t>FF 1</a:t>
            </a:r>
          </a:p>
        </p:txBody>
      </p:sp>
      <p:sp>
        <p:nvSpPr>
          <p:cNvPr id="8" name="">
            <a:extLst xmlns:a="http://schemas.openxmlformats.org/drawingml/2006/main">
              <a:ext uri="{FF2B5EF4-FFF2-40B4-BE49-F238E27FC236}">
                <a16:creationId xmlns:a16="http://schemas.microsoft.com/office/drawing/2014/main" id="{31E263FB-3C38-42CD-8900-0DB6FBD628F9}"/>
              </a:ext>
            </a:extLst>
          </p:cNvPr>
          <p:cNvSpPr>
            <a:spLocks xmlns:a="http://schemas.openxmlformats.org/drawingml/2006/main" noGrp="1"/>
          </p:cNvSpPr>
          <p:nvPr/>
        </p:nvSpPr>
        <p:spPr>
          <a:xfrm xmlns:a="http://schemas.openxmlformats.org/drawingml/2006/main">
            <a:off x="5962650" y="2286000"/>
            <a:ext cx="1809750" cy="857250"/>
          </a:xfrm>
          <a:prstGeom xmlns:a="http://schemas.openxmlformats.org/drawingml/2006/main" prst="rect">
            <a:avLst/>
          </a:prstGeom>
          <a:solidFill xmlns:a="http://schemas.openxmlformats.org/drawingml/2006/main">
            <a:srgbClr val="F6F5F0"/>
          </a:solidFill>
          <a:ln xmlns:a="http://schemas.openxmlformats.org/drawingml/2006/main" w="19050">
            <a:solidFill>
              <a:srgbClr val="087E82"/>
            </a:solidFill>
            <a:prstDash val="solid"/>
          </a:ln>
        </p:spPr>
      </p:sp>
      <p:sp>
        <p:nvSpPr>
          <p:cNvPr id="9" name="">
            <a:extLst xmlns:a="http://schemas.openxmlformats.org/drawingml/2006/main">
              <a:ext uri="{FF2B5EF4-FFF2-40B4-BE49-F238E27FC236}">
                <a16:creationId xmlns:a16="http://schemas.microsoft.com/office/drawing/2014/main" id="{398FCCC0-3925-4459-907D-943A64BDCABA}"/>
              </a:ext>
            </a:extLst>
          </p:cNvPr>
          <p:cNvSpPr>
            <a:spLocks xmlns:a="http://schemas.openxmlformats.org/drawingml/2006/main" noGrp="1"/>
          </p:cNvSpPr>
          <p:nvPr/>
        </p:nvSpPr>
        <p:spPr>
          <a:xfrm xmlns:a="http://schemas.openxmlformats.org/drawingml/2006/main">
            <a:off x="6076950" y="2362200"/>
            <a:ext cx="158115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087E82"/>
                </a:solidFill>
                <a:latin typeface="Malgun Gothic"/>
                <a:ea typeface="Malgun Gothic"/>
                <a:cs typeface="Malgun Gothic"/>
              </a:defRPr>
            </a:defPPr>
            <a:lvl1pPr algn="ctr">
              <a:defRPr sz="1875" b="1">
                <a:solidFill>
                  <a:srgbClr val="087E82"/>
                </a:solidFill>
                <a:latin typeface="Malgun Gothic"/>
                <a:ea typeface="Malgun Gothic"/>
                <a:cs typeface="Malgun Gothic"/>
              </a:defRPr>
            </a:lvl1pPr>
            <a:lvl2pPr algn="ctr">
              <a:defRPr sz="1875" b="1">
                <a:solidFill>
                  <a:srgbClr val="087E82"/>
                </a:solidFill>
                <a:latin typeface="Malgun Gothic"/>
                <a:ea typeface="Malgun Gothic"/>
                <a:cs typeface="Malgun Gothic"/>
              </a:defRPr>
            </a:lvl2pPr>
            <a:lvl3pPr algn="ctr">
              <a:defRPr sz="1875" b="1">
                <a:solidFill>
                  <a:srgbClr val="087E82"/>
                </a:solidFill>
                <a:latin typeface="Malgun Gothic"/>
                <a:ea typeface="Malgun Gothic"/>
                <a:cs typeface="Malgun Gothic"/>
              </a:defRPr>
            </a:lvl3pPr>
            <a:lvl4pPr algn="ctr">
              <a:defRPr sz="1875" b="1">
                <a:solidFill>
                  <a:srgbClr val="087E82"/>
                </a:solidFill>
                <a:latin typeface="Malgun Gothic"/>
                <a:ea typeface="Malgun Gothic"/>
                <a:cs typeface="Malgun Gothic"/>
              </a:defRPr>
            </a:lvl4pPr>
            <a:lvl5pPr algn="ctr">
              <a:defRPr sz="1875" b="1">
                <a:solidFill>
                  <a:srgbClr val="087E82"/>
                </a:solidFill>
                <a:latin typeface="Malgun Gothic"/>
                <a:ea typeface="Malgun Gothic"/>
                <a:cs typeface="Malgun Gothic"/>
              </a:defRPr>
            </a:lvl5pPr>
            <a:lvl6pPr algn="ctr">
              <a:defRPr sz="1875" b="1">
                <a:solidFill>
                  <a:srgbClr val="087E82"/>
                </a:solidFill>
                <a:latin typeface="Malgun Gothic"/>
                <a:ea typeface="Malgun Gothic"/>
                <a:cs typeface="Malgun Gothic"/>
              </a:defRPr>
            </a:lvl6pPr>
            <a:lvl7pPr algn="ctr">
              <a:defRPr sz="1875" b="1">
                <a:solidFill>
                  <a:srgbClr val="087E82"/>
                </a:solidFill>
                <a:latin typeface="Malgun Gothic"/>
                <a:ea typeface="Malgun Gothic"/>
                <a:cs typeface="Malgun Gothic"/>
              </a:defRPr>
            </a:lvl7pPr>
            <a:lvl8pPr algn="ctr">
              <a:defRPr sz="1875" b="1">
                <a:solidFill>
                  <a:srgbClr val="087E82"/>
                </a:solidFill>
                <a:latin typeface="Malgun Gothic"/>
                <a:ea typeface="Malgun Gothic"/>
                <a:cs typeface="Malgun Gothic"/>
              </a:defRPr>
            </a:lvl8pPr>
            <a:lvl9pPr algn="ctr">
              <a:defRPr sz="1875" b="1">
                <a:solidFill>
                  <a:srgbClr val="087E82"/>
                </a:solidFill>
                <a:latin typeface="Malgun Gothic"/>
                <a:ea typeface="Malgun Gothic"/>
                <a:cs typeface="Malgun Gothic"/>
              </a:defRPr>
            </a:lvl9pPr>
          </a:lstStyle>
          <a:p xmlns:a="http://schemas.openxmlformats.org/drawingml/2006/main">
            <a:pPr algn="ctr">
              <a:defRPr sz="1875" b="1">
                <a:solidFill>
                  <a:srgbClr val="087E82"/>
                </a:solidFill>
                <a:latin typeface="Malgun Gothic"/>
                <a:ea typeface="Malgun Gothic"/>
                <a:cs typeface="Malgun Gothic"/>
              </a:defRPr>
            </a:pPr>
            <a:r>
              <a:rPr sz="1875" b="1">
                <a:solidFill>
                  <a:srgbClr val="087E82"/>
                </a:solidFill>
                <a:latin typeface="Malgun Gothic"/>
                <a:ea typeface="Malgun Gothic"/>
                <a:cs typeface="Malgun Gothic"/>
              </a:rPr>
              <a:t>FF 2</a:t>
            </a:r>
          </a:p>
        </p:txBody>
      </p:sp>
      <p:sp>
        <p:nvSpPr>
          <p:cNvPr id="10" name="">
            <a:extLst xmlns:a="http://schemas.openxmlformats.org/drawingml/2006/main">
              <a:ext uri="{FF2B5EF4-FFF2-40B4-BE49-F238E27FC236}">
                <a16:creationId xmlns:a16="http://schemas.microsoft.com/office/drawing/2014/main" id="{1FE2608A-4201-4EA9-A320-04C5D6A0F620}"/>
              </a:ext>
            </a:extLst>
          </p:cNvPr>
          <p:cNvSpPr>
            <a:spLocks xmlns:a="http://schemas.openxmlformats.org/drawingml/2006/main" noGrp="1"/>
          </p:cNvSpPr>
          <p:nvPr/>
        </p:nvSpPr>
        <p:spPr>
          <a:xfrm xmlns:a="http://schemas.openxmlformats.org/drawingml/2006/main">
            <a:off x="8496300" y="2286000"/>
            <a:ext cx="2381250" cy="8572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1" name="">
            <a:extLst xmlns:a="http://schemas.openxmlformats.org/drawingml/2006/main">
              <a:ext uri="{FF2B5EF4-FFF2-40B4-BE49-F238E27FC236}">
                <a16:creationId xmlns:a16="http://schemas.microsoft.com/office/drawing/2014/main" id="{8E2E3A3D-F1E4-4AC4-A1E0-89148B45DDC6}"/>
              </a:ext>
            </a:extLst>
          </p:cNvPr>
          <p:cNvSpPr>
            <a:spLocks xmlns:a="http://schemas.openxmlformats.org/drawingml/2006/main" noGrp="1"/>
          </p:cNvSpPr>
          <p:nvPr/>
        </p:nvSpPr>
        <p:spPr>
          <a:xfrm xmlns:a="http://schemas.openxmlformats.org/drawingml/2006/main">
            <a:off x="8610600" y="2362200"/>
            <a:ext cx="215265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디바운스</a:t>
            </a:r>
          </a:p>
        </p:txBody>
      </p:sp>
      <p:sp>
        <p:nvSpPr>
          <p:cNvPr id="12" name="">
            <a:extLst xmlns:a="http://schemas.openxmlformats.org/drawingml/2006/main">
              <a:ext uri="{FF2B5EF4-FFF2-40B4-BE49-F238E27FC236}">
                <a16:creationId xmlns:a16="http://schemas.microsoft.com/office/drawing/2014/main" id="{D98F12D7-9D05-48FD-A9B3-0CB8BCB148F7}"/>
              </a:ext>
            </a:extLst>
          </p:cNvPr>
          <p:cNvSpPr>
            <a:spLocks xmlns:a="http://schemas.openxmlformats.org/drawingml/2006/main" noGrp="1"/>
          </p:cNvSpPr>
          <p:nvPr/>
        </p:nvSpPr>
        <p:spPr>
          <a:xfrm xmlns:a="http://schemas.openxmlformats.org/drawingml/2006/main">
            <a:off x="2705100" y="2714625"/>
            <a:ext cx="6286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3" name="">
            <a:extLst xmlns:a="http://schemas.openxmlformats.org/drawingml/2006/main">
              <a:ext uri="{FF2B5EF4-FFF2-40B4-BE49-F238E27FC236}">
                <a16:creationId xmlns:a16="http://schemas.microsoft.com/office/drawing/2014/main" id="{E1B4F310-D31F-4C4B-AFB7-F07B8BDC1FDA}"/>
              </a:ext>
            </a:extLst>
          </p:cNvPr>
          <p:cNvSpPr>
            <a:spLocks xmlns:a="http://schemas.openxmlformats.org/drawingml/2006/main" noGrp="1"/>
          </p:cNvSpPr>
          <p:nvPr/>
        </p:nvSpPr>
        <p:spPr>
          <a:xfrm xmlns:a="http://schemas.openxmlformats.org/drawingml/2006/main">
            <a:off x="3267075" y="2647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4C05C3C7-2A4B-42F9-A9DD-FC4F7FC358EF}"/>
              </a:ext>
            </a:extLst>
          </p:cNvPr>
          <p:cNvSpPr>
            <a:spLocks xmlns:a="http://schemas.openxmlformats.org/drawingml/2006/main" noGrp="1"/>
          </p:cNvSpPr>
          <p:nvPr/>
        </p:nvSpPr>
        <p:spPr>
          <a:xfrm xmlns:a="http://schemas.openxmlformats.org/drawingml/2006/main">
            <a:off x="5219700" y="2714625"/>
            <a:ext cx="6667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5" name="">
            <a:extLst xmlns:a="http://schemas.openxmlformats.org/drawingml/2006/main">
              <a:ext uri="{FF2B5EF4-FFF2-40B4-BE49-F238E27FC236}">
                <a16:creationId xmlns:a16="http://schemas.microsoft.com/office/drawing/2014/main" id="{1424DE03-3E81-447C-8BED-9B67AE551035}"/>
              </a:ext>
            </a:extLst>
          </p:cNvPr>
          <p:cNvSpPr>
            <a:spLocks xmlns:a="http://schemas.openxmlformats.org/drawingml/2006/main" noGrp="1"/>
          </p:cNvSpPr>
          <p:nvPr/>
        </p:nvSpPr>
        <p:spPr>
          <a:xfrm xmlns:a="http://schemas.openxmlformats.org/drawingml/2006/main">
            <a:off x="5819775" y="2647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4DBA90C0-7BE2-4199-A907-12156BA7AB81}"/>
              </a:ext>
            </a:extLst>
          </p:cNvPr>
          <p:cNvSpPr>
            <a:spLocks xmlns:a="http://schemas.openxmlformats.org/drawingml/2006/main" noGrp="1"/>
          </p:cNvSpPr>
          <p:nvPr/>
        </p:nvSpPr>
        <p:spPr>
          <a:xfrm xmlns:a="http://schemas.openxmlformats.org/drawingml/2006/main">
            <a:off x="7772400" y="2714625"/>
            <a:ext cx="64770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7" name="">
            <a:extLst xmlns:a="http://schemas.openxmlformats.org/drawingml/2006/main">
              <a:ext uri="{FF2B5EF4-FFF2-40B4-BE49-F238E27FC236}">
                <a16:creationId xmlns:a16="http://schemas.microsoft.com/office/drawing/2014/main" id="{8304E015-342D-4DD3-9FF4-E3C320E3F93E}"/>
              </a:ext>
            </a:extLst>
          </p:cNvPr>
          <p:cNvSpPr>
            <a:spLocks xmlns:a="http://schemas.openxmlformats.org/drawingml/2006/main" noGrp="1"/>
          </p:cNvSpPr>
          <p:nvPr/>
        </p:nvSpPr>
        <p:spPr>
          <a:xfrm xmlns:a="http://schemas.openxmlformats.org/drawingml/2006/main">
            <a:off x="8353425" y="2647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8748EE2F-E74E-4419-A072-A443453A6ABF}"/>
              </a:ext>
            </a:extLst>
          </p:cNvPr>
          <p:cNvSpPr>
            <a:spLocks xmlns:a="http://schemas.openxmlformats.org/drawingml/2006/main" noGrp="1"/>
          </p:cNvSpPr>
          <p:nvPr/>
        </p:nvSpPr>
        <p:spPr>
          <a:xfrm xmlns:a="http://schemas.openxmlformats.org/drawingml/2006/main">
            <a:off x="4314825" y="3629025"/>
            <a:ext cx="2552700"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19" name="">
            <a:extLst xmlns:a="http://schemas.openxmlformats.org/drawingml/2006/main">
              <a:ext uri="{FF2B5EF4-FFF2-40B4-BE49-F238E27FC236}">
                <a16:creationId xmlns:a16="http://schemas.microsoft.com/office/drawing/2014/main" id="{741F49AE-A964-46D8-B81B-EDA9CD6B6EAF}"/>
              </a:ext>
            </a:extLst>
          </p:cNvPr>
          <p:cNvSpPr>
            <a:spLocks xmlns:a="http://schemas.openxmlformats.org/drawingml/2006/main" noGrp="1"/>
          </p:cNvSpPr>
          <p:nvPr/>
        </p:nvSpPr>
        <p:spPr>
          <a:xfrm xmlns:a="http://schemas.openxmlformats.org/drawingml/2006/main">
            <a:off x="4314825" y="3238500"/>
            <a:ext cx="0" cy="390525"/>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20" name="">
            <a:extLst xmlns:a="http://schemas.openxmlformats.org/drawingml/2006/main">
              <a:ext uri="{FF2B5EF4-FFF2-40B4-BE49-F238E27FC236}">
                <a16:creationId xmlns:a16="http://schemas.microsoft.com/office/drawing/2014/main" id="{654D7BA8-B0EE-4AD5-B1D1-C3148037EC8B}"/>
              </a:ext>
            </a:extLst>
          </p:cNvPr>
          <p:cNvSpPr>
            <a:spLocks xmlns:a="http://schemas.openxmlformats.org/drawingml/2006/main" noGrp="1"/>
          </p:cNvSpPr>
          <p:nvPr/>
        </p:nvSpPr>
        <p:spPr>
          <a:xfrm xmlns:a="http://schemas.openxmlformats.org/drawingml/2006/main">
            <a:off x="4248150" y="3171825"/>
            <a:ext cx="133350" cy="133350"/>
          </a:xfrm>
          <a:prstGeom xmlns:a="http://schemas.openxmlformats.org/drawingml/2006/main" prst="upArrow">
            <a:avLst/>
          </a:prstGeom>
          <a:solidFill xmlns:a="http://schemas.openxmlformats.org/drawingml/2006/main">
            <a:srgbClr val="171B1B"/>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12FE0F19-0211-4AC8-AA47-26E19FDFF4B0}"/>
              </a:ext>
            </a:extLst>
          </p:cNvPr>
          <p:cNvSpPr>
            <a:spLocks xmlns:a="http://schemas.openxmlformats.org/drawingml/2006/main" noGrp="1"/>
          </p:cNvSpPr>
          <p:nvPr/>
        </p:nvSpPr>
        <p:spPr>
          <a:xfrm xmlns:a="http://schemas.openxmlformats.org/drawingml/2006/main">
            <a:off x="6867525" y="3238500"/>
            <a:ext cx="0" cy="390525"/>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22" name="">
            <a:extLst xmlns:a="http://schemas.openxmlformats.org/drawingml/2006/main">
              <a:ext uri="{FF2B5EF4-FFF2-40B4-BE49-F238E27FC236}">
                <a16:creationId xmlns:a16="http://schemas.microsoft.com/office/drawing/2014/main" id="{3695655A-88D0-4583-AC83-9AB32DBD35BC}"/>
              </a:ext>
            </a:extLst>
          </p:cNvPr>
          <p:cNvSpPr>
            <a:spLocks xmlns:a="http://schemas.openxmlformats.org/drawingml/2006/main" noGrp="1"/>
          </p:cNvSpPr>
          <p:nvPr/>
        </p:nvSpPr>
        <p:spPr>
          <a:xfrm xmlns:a="http://schemas.openxmlformats.org/drawingml/2006/main">
            <a:off x="6800850" y="3171825"/>
            <a:ext cx="133350" cy="133350"/>
          </a:xfrm>
          <a:prstGeom xmlns:a="http://schemas.openxmlformats.org/drawingml/2006/main" prst="upArrow">
            <a:avLst/>
          </a:prstGeom>
          <a:solidFill xmlns:a="http://schemas.openxmlformats.org/drawingml/2006/main">
            <a:srgbClr val="171B1B"/>
          </a:solidFill>
          <a:ln xmlns:a="http://schemas.openxmlformats.org/drawingml/2006/main" w="9525">
            <a:noFill/>
            <a:prstDash val="solid"/>
          </a:ln>
        </p:spPr>
      </p:sp>
      <p:sp>
        <p:nvSpPr>
          <p:cNvPr id="23" name="">
            <a:extLst xmlns:a="http://schemas.openxmlformats.org/drawingml/2006/main">
              <a:ext uri="{FF2B5EF4-FFF2-40B4-BE49-F238E27FC236}">
                <a16:creationId xmlns:a16="http://schemas.microsoft.com/office/drawing/2014/main" id="{3936BCFB-A1F1-494B-B10F-C6B4F5C675AB}"/>
              </a:ext>
            </a:extLst>
          </p:cNvPr>
          <p:cNvSpPr>
            <a:spLocks xmlns:a="http://schemas.openxmlformats.org/drawingml/2006/main" noGrp="1"/>
          </p:cNvSpPr>
          <p:nvPr/>
        </p:nvSpPr>
        <p:spPr>
          <a:xfrm xmlns:a="http://schemas.openxmlformats.org/drawingml/2006/main">
            <a:off x="4324350" y="3848100"/>
            <a:ext cx="352425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0">
                <a:solidFill>
                  <a:srgbClr val="626B69"/>
                </a:solidFill>
                <a:latin typeface="Malgun Gothic"/>
                <a:ea typeface="Malgun Gothic"/>
                <a:cs typeface="Malgun Gothic"/>
              </a:defRPr>
            </a:defPPr>
            <a:lvl1pPr algn="l">
              <a:defRPr sz="1875" b="0">
                <a:solidFill>
                  <a:srgbClr val="626B69"/>
                </a:solidFill>
                <a:latin typeface="Malgun Gothic"/>
                <a:ea typeface="Malgun Gothic"/>
                <a:cs typeface="Malgun Gothic"/>
              </a:defRPr>
            </a:lvl1pPr>
            <a:lvl2pPr algn="l">
              <a:defRPr sz="1875" b="0">
                <a:solidFill>
                  <a:srgbClr val="626B69"/>
                </a:solidFill>
                <a:latin typeface="Malgun Gothic"/>
                <a:ea typeface="Malgun Gothic"/>
                <a:cs typeface="Malgun Gothic"/>
              </a:defRPr>
            </a:lvl2pPr>
            <a:lvl3pPr algn="l">
              <a:defRPr sz="1875" b="0">
                <a:solidFill>
                  <a:srgbClr val="626B69"/>
                </a:solidFill>
                <a:latin typeface="Malgun Gothic"/>
                <a:ea typeface="Malgun Gothic"/>
                <a:cs typeface="Malgun Gothic"/>
              </a:defRPr>
            </a:lvl3pPr>
            <a:lvl4pPr algn="l">
              <a:defRPr sz="1875" b="0">
                <a:solidFill>
                  <a:srgbClr val="626B69"/>
                </a:solidFill>
                <a:latin typeface="Malgun Gothic"/>
                <a:ea typeface="Malgun Gothic"/>
                <a:cs typeface="Malgun Gothic"/>
              </a:defRPr>
            </a:lvl4pPr>
            <a:lvl5pPr algn="l">
              <a:defRPr sz="1875" b="0">
                <a:solidFill>
                  <a:srgbClr val="626B69"/>
                </a:solidFill>
                <a:latin typeface="Malgun Gothic"/>
                <a:ea typeface="Malgun Gothic"/>
                <a:cs typeface="Malgun Gothic"/>
              </a:defRPr>
            </a:lvl5pPr>
            <a:lvl6pPr algn="l">
              <a:defRPr sz="1875" b="0">
                <a:solidFill>
                  <a:srgbClr val="626B69"/>
                </a:solidFill>
                <a:latin typeface="Malgun Gothic"/>
                <a:ea typeface="Malgun Gothic"/>
                <a:cs typeface="Malgun Gothic"/>
              </a:defRPr>
            </a:lvl6pPr>
            <a:lvl7pPr algn="l">
              <a:defRPr sz="1875" b="0">
                <a:solidFill>
                  <a:srgbClr val="626B69"/>
                </a:solidFill>
                <a:latin typeface="Malgun Gothic"/>
                <a:ea typeface="Malgun Gothic"/>
                <a:cs typeface="Malgun Gothic"/>
              </a:defRPr>
            </a:lvl7pPr>
            <a:lvl8pPr algn="l">
              <a:defRPr sz="1875" b="0">
                <a:solidFill>
                  <a:srgbClr val="626B69"/>
                </a:solidFill>
                <a:latin typeface="Malgun Gothic"/>
                <a:ea typeface="Malgun Gothic"/>
                <a:cs typeface="Malgun Gothic"/>
              </a:defRPr>
            </a:lvl8pPr>
            <a:lvl9pPr algn="l">
              <a:defRPr sz="1875" b="0">
                <a:solidFill>
                  <a:srgbClr val="626B69"/>
                </a:solidFill>
                <a:latin typeface="Malgun Gothic"/>
                <a:ea typeface="Malgun Gothic"/>
                <a:cs typeface="Malgun Gothic"/>
              </a:defRPr>
            </a:lvl9pPr>
          </a:lstStyle>
          <a:p xmlns:a="http://schemas.openxmlformats.org/drawingml/2006/main">
            <a:pPr algn="l">
              <a:defRPr sz="1875" b="0">
                <a:solidFill>
                  <a:srgbClr val="626B69"/>
                </a:solidFill>
                <a:latin typeface="Malgun Gothic"/>
                <a:ea typeface="Malgun Gothic"/>
                <a:cs typeface="Malgun Gothic"/>
              </a:defRPr>
            </a:pPr>
            <a:r>
              <a:rPr sz="1875" b="0">
                <a:solidFill>
                  <a:srgbClr val="626B69"/>
                </a:solidFill>
                <a:latin typeface="Malgun Gothic"/>
                <a:ea typeface="Malgun Gothic"/>
                <a:cs typeface="Malgun Gothic"/>
              </a:rPr>
              <a:t>같은 시스템 클록</a:t>
            </a:r>
          </a:p>
        </p:txBody>
      </p:sp>
      <p:sp>
        <p:nvSpPr>
          <p:cNvPr id="24" name="">
            <a:extLst xmlns:a="http://schemas.openxmlformats.org/drawingml/2006/main">
              <a:ext uri="{FF2B5EF4-FFF2-40B4-BE49-F238E27FC236}">
                <a16:creationId xmlns:a16="http://schemas.microsoft.com/office/drawing/2014/main" id="{9726FF80-26D6-4886-A4C2-AEC9C80E2550}"/>
              </a:ext>
            </a:extLst>
          </p:cNvPr>
          <p:cNvSpPr>
            <a:spLocks xmlns:a="http://schemas.openxmlformats.org/drawingml/2006/main" noGrp="1"/>
          </p:cNvSpPr>
          <p:nvPr/>
        </p:nvSpPr>
        <p:spPr>
          <a:xfrm xmlns:a="http://schemas.openxmlformats.org/drawingml/2006/main">
            <a:off x="685800" y="4705350"/>
            <a:ext cx="4953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FF 1의 불확정 상태가</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뒤 회로로 전달될 확률을 낮춤</a:t>
            </a:r>
          </a:p>
        </p:txBody>
      </p:sp>
      <p:sp>
        <p:nvSpPr>
          <p:cNvPr id="25" name="">
            <a:extLst xmlns:a="http://schemas.openxmlformats.org/drawingml/2006/main">
              <a:ext uri="{FF2B5EF4-FFF2-40B4-BE49-F238E27FC236}">
                <a16:creationId xmlns:a16="http://schemas.microsoft.com/office/drawing/2014/main" id="{B20B0DB0-9817-4EEB-9EB9-E6C2633EB48F}"/>
              </a:ext>
            </a:extLst>
          </p:cNvPr>
          <p:cNvSpPr>
            <a:spLocks xmlns:a="http://schemas.openxmlformats.org/drawingml/2006/main" noGrp="1"/>
          </p:cNvSpPr>
          <p:nvPr/>
        </p:nvSpPr>
        <p:spPr>
          <a:xfrm xmlns:a="http://schemas.openxmlformats.org/drawingml/2006/main">
            <a:off x="6553200" y="4705350"/>
            <a:ext cx="4953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동기화와 디바운스는 별도 단계</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현재 코드에는 2-FF 보완 필요</a:t>
            </a:r>
          </a:p>
        </p:txBody>
      </p:sp>
    </p:spTree>
    <p:extLst>
      <p:ext uri="{BB962C8B-B14F-4D97-AF65-F5344CB8AC3E}">
        <p14:creationId xmlns:p14="http://schemas.microsoft.com/office/powerpoint/2010/main" val="706308802"/>
      </p:ext>
    </p:extLst>
  </p:cSld>
</p:sld>
</file>

<file path=ppt/slides/slide1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1DF61D9-EFEA-400A-BB29-156E559A49C7}"/>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Glitch: 경로 지연 차이로 생기는 펄스</a:t>
            </a:r>
          </a:p>
        </p:txBody>
      </p:sp>
      <p:sp>
        <p:nvSpPr>
          <p:cNvPr id="2" name="">
            <a:extLst xmlns:a="http://schemas.openxmlformats.org/drawingml/2006/main">
              <a:ext uri="{FF2B5EF4-FFF2-40B4-BE49-F238E27FC236}">
                <a16:creationId xmlns:a16="http://schemas.microsoft.com/office/drawing/2014/main" id="{3349FE5B-DF4E-4526-B6AA-EB43BC08814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0C3E5E2E-A09B-432C-9ADB-F5032C280FBA}"/>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17</a:t>
            </a:r>
          </a:p>
        </p:txBody>
      </p:sp>
      <p:sp>
        <p:nvSpPr>
          <p:cNvPr id="4" name="">
            <a:extLst xmlns:a="http://schemas.openxmlformats.org/drawingml/2006/main">
              <a:ext uri="{FF2B5EF4-FFF2-40B4-BE49-F238E27FC236}">
                <a16:creationId xmlns:a16="http://schemas.microsoft.com/office/drawing/2014/main" id="{AA35A60C-F967-43AB-A0B7-31F6FD6A63ED}"/>
              </a:ext>
            </a:extLst>
          </p:cNvPr>
          <p:cNvSpPr>
            <a:spLocks xmlns:a="http://schemas.openxmlformats.org/drawingml/2006/main" noGrp="1"/>
          </p:cNvSpPr>
          <p:nvPr/>
        </p:nvSpPr>
        <p:spPr>
          <a:xfrm xmlns:a="http://schemas.openxmlformats.org/drawingml/2006/main">
            <a:off x="685800" y="2038350"/>
            <a:ext cx="76200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171B1B"/>
                </a:solidFill>
                <a:latin typeface="Malgun Gothic"/>
                <a:ea typeface="Malgun Gothic"/>
                <a:cs typeface="Malgun Gothic"/>
              </a:defRPr>
            </a:defPPr>
            <a:lvl1pPr algn="l">
              <a:defRPr sz="2100" b="1">
                <a:solidFill>
                  <a:srgbClr val="171B1B"/>
                </a:solidFill>
                <a:latin typeface="Malgun Gothic"/>
                <a:ea typeface="Malgun Gothic"/>
                <a:cs typeface="Malgun Gothic"/>
              </a:defRPr>
            </a:lvl1pPr>
            <a:lvl2pPr algn="l">
              <a:defRPr sz="2100" b="1">
                <a:solidFill>
                  <a:srgbClr val="171B1B"/>
                </a:solidFill>
                <a:latin typeface="Malgun Gothic"/>
                <a:ea typeface="Malgun Gothic"/>
                <a:cs typeface="Malgun Gothic"/>
              </a:defRPr>
            </a:lvl2pPr>
            <a:lvl3pPr algn="l">
              <a:defRPr sz="2100" b="1">
                <a:solidFill>
                  <a:srgbClr val="171B1B"/>
                </a:solidFill>
                <a:latin typeface="Malgun Gothic"/>
                <a:ea typeface="Malgun Gothic"/>
                <a:cs typeface="Malgun Gothic"/>
              </a:defRPr>
            </a:lvl3pPr>
            <a:lvl4pPr algn="l">
              <a:defRPr sz="2100" b="1">
                <a:solidFill>
                  <a:srgbClr val="171B1B"/>
                </a:solidFill>
                <a:latin typeface="Malgun Gothic"/>
                <a:ea typeface="Malgun Gothic"/>
                <a:cs typeface="Malgun Gothic"/>
              </a:defRPr>
            </a:lvl4pPr>
            <a:lvl5pPr algn="l">
              <a:defRPr sz="2100" b="1">
                <a:solidFill>
                  <a:srgbClr val="171B1B"/>
                </a:solidFill>
                <a:latin typeface="Malgun Gothic"/>
                <a:ea typeface="Malgun Gothic"/>
                <a:cs typeface="Malgun Gothic"/>
              </a:defRPr>
            </a:lvl5pPr>
            <a:lvl6pPr algn="l">
              <a:defRPr sz="2100" b="1">
                <a:solidFill>
                  <a:srgbClr val="171B1B"/>
                </a:solidFill>
                <a:latin typeface="Malgun Gothic"/>
                <a:ea typeface="Malgun Gothic"/>
                <a:cs typeface="Malgun Gothic"/>
              </a:defRPr>
            </a:lvl6pPr>
            <a:lvl7pPr algn="l">
              <a:defRPr sz="2100" b="1">
                <a:solidFill>
                  <a:srgbClr val="171B1B"/>
                </a:solidFill>
                <a:latin typeface="Malgun Gothic"/>
                <a:ea typeface="Malgun Gothic"/>
                <a:cs typeface="Malgun Gothic"/>
              </a:defRPr>
            </a:lvl7pPr>
            <a:lvl8pPr algn="l">
              <a:defRPr sz="2100" b="1">
                <a:solidFill>
                  <a:srgbClr val="171B1B"/>
                </a:solidFill>
                <a:latin typeface="Malgun Gothic"/>
                <a:ea typeface="Malgun Gothic"/>
                <a:cs typeface="Malgun Gothic"/>
              </a:defRPr>
            </a:lvl8pPr>
            <a:lvl9pPr algn="l">
              <a:defRPr sz="2100" b="1">
                <a:solidFill>
                  <a:srgbClr val="171B1B"/>
                </a:solidFill>
                <a:latin typeface="Malgun Gothic"/>
                <a:ea typeface="Malgun Gothic"/>
                <a:cs typeface="Malgun Gothic"/>
              </a:defRPr>
            </a:lvl9pPr>
          </a:lstStyle>
          <a:p xmlns:a="http://schemas.openxmlformats.org/drawingml/2006/main">
            <a:pPr algn="l">
              <a:defRPr sz="2100" b="1">
                <a:solidFill>
                  <a:srgbClr val="171B1B"/>
                </a:solidFill>
                <a:latin typeface="Malgun Gothic"/>
                <a:ea typeface="Malgun Gothic"/>
                <a:cs typeface="Malgun Gothic"/>
              </a:defRPr>
            </a:pPr>
            <a:r>
              <a:rPr sz="2100" b="1">
                <a:solidFill>
                  <a:srgbClr val="171B1B"/>
                </a:solidFill>
                <a:latin typeface="Malgun Gothic"/>
                <a:ea typeface="Malgun Gothic"/>
                <a:cs typeface="Malgun Gothic"/>
              </a:rPr>
              <a:t>A</a:t>
            </a:r>
          </a:p>
        </p:txBody>
      </p:sp>
      <p:sp>
        <p:nvSpPr>
          <p:cNvPr id="5" name="">
            <a:extLst xmlns:a="http://schemas.openxmlformats.org/drawingml/2006/main">
              <a:ext uri="{FF2B5EF4-FFF2-40B4-BE49-F238E27FC236}">
                <a16:creationId xmlns:a16="http://schemas.microsoft.com/office/drawing/2014/main" id="{005E5979-588C-4C81-A037-E0BE238FC0BA}"/>
              </a:ext>
            </a:extLst>
          </p:cNvPr>
          <p:cNvSpPr>
            <a:spLocks xmlns:a="http://schemas.openxmlformats.org/drawingml/2006/main" noGrp="1"/>
          </p:cNvSpPr>
          <p:nvPr/>
        </p:nvSpPr>
        <p:spPr>
          <a:xfrm xmlns:a="http://schemas.openxmlformats.org/drawingml/2006/main">
            <a:off x="1428750" y="2257425"/>
            <a:ext cx="1524000"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6" name="">
            <a:extLst xmlns:a="http://schemas.openxmlformats.org/drawingml/2006/main">
              <a:ext uri="{FF2B5EF4-FFF2-40B4-BE49-F238E27FC236}">
                <a16:creationId xmlns:a16="http://schemas.microsoft.com/office/drawing/2014/main" id="{BDE5A1EC-43F9-406A-BDD7-C3BBFC9DA2F0}"/>
              </a:ext>
            </a:extLst>
          </p:cNvPr>
          <p:cNvSpPr>
            <a:spLocks xmlns:a="http://schemas.openxmlformats.org/drawingml/2006/main" noGrp="1"/>
          </p:cNvSpPr>
          <p:nvPr/>
        </p:nvSpPr>
        <p:spPr>
          <a:xfrm xmlns:a="http://schemas.openxmlformats.org/drawingml/2006/main">
            <a:off x="2190750" y="2257425"/>
            <a:ext cx="0" cy="1076325"/>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7" name="">
            <a:extLst xmlns:a="http://schemas.openxmlformats.org/drawingml/2006/main">
              <a:ext uri="{FF2B5EF4-FFF2-40B4-BE49-F238E27FC236}">
                <a16:creationId xmlns:a16="http://schemas.microsoft.com/office/drawing/2014/main" id="{5959E237-FF97-446B-A772-78DF3F9DE5F7}"/>
              </a:ext>
            </a:extLst>
          </p:cNvPr>
          <p:cNvSpPr>
            <a:spLocks xmlns:a="http://schemas.openxmlformats.org/drawingml/2006/main" noGrp="1"/>
          </p:cNvSpPr>
          <p:nvPr/>
        </p:nvSpPr>
        <p:spPr>
          <a:xfrm xmlns:a="http://schemas.openxmlformats.org/drawingml/2006/main">
            <a:off x="2190750" y="3333750"/>
            <a:ext cx="666750"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8" name="">
            <a:extLst xmlns:a="http://schemas.openxmlformats.org/drawingml/2006/main">
              <a:ext uri="{FF2B5EF4-FFF2-40B4-BE49-F238E27FC236}">
                <a16:creationId xmlns:a16="http://schemas.microsoft.com/office/drawing/2014/main" id="{A8EA6CD7-4026-4CE5-92A3-A72FEF09D3F2}"/>
              </a:ext>
            </a:extLst>
          </p:cNvPr>
          <p:cNvSpPr>
            <a:spLocks xmlns:a="http://schemas.openxmlformats.org/drawingml/2006/main" noGrp="1"/>
          </p:cNvSpPr>
          <p:nvPr/>
        </p:nvSpPr>
        <p:spPr>
          <a:xfrm xmlns:a="http://schemas.openxmlformats.org/drawingml/2006/main">
            <a:off x="2857500" y="3000375"/>
            <a:ext cx="2095500" cy="6667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9" name="">
            <a:extLst xmlns:a="http://schemas.openxmlformats.org/drawingml/2006/main">
              <a:ext uri="{FF2B5EF4-FFF2-40B4-BE49-F238E27FC236}">
                <a16:creationId xmlns:a16="http://schemas.microsoft.com/office/drawing/2014/main" id="{E616EA80-D6CE-4EDC-A199-B2E2EEBF500A}"/>
              </a:ext>
            </a:extLst>
          </p:cNvPr>
          <p:cNvSpPr>
            <a:spLocks xmlns:a="http://schemas.openxmlformats.org/drawingml/2006/main" noGrp="1"/>
          </p:cNvSpPr>
          <p:nvPr/>
        </p:nvSpPr>
        <p:spPr>
          <a:xfrm xmlns:a="http://schemas.openxmlformats.org/drawingml/2006/main">
            <a:off x="2971800" y="3076575"/>
            <a:ext cx="1866900" cy="514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NOT + 지연</a:t>
            </a:r>
          </a:p>
        </p:txBody>
      </p:sp>
      <p:sp>
        <p:nvSpPr>
          <p:cNvPr id="10" name="">
            <a:extLst xmlns:a="http://schemas.openxmlformats.org/drawingml/2006/main">
              <a:ext uri="{FF2B5EF4-FFF2-40B4-BE49-F238E27FC236}">
                <a16:creationId xmlns:a16="http://schemas.microsoft.com/office/drawing/2014/main" id="{487207F5-9D4B-46DF-A1B4-0511C3F5AF51}"/>
              </a:ext>
            </a:extLst>
          </p:cNvPr>
          <p:cNvSpPr>
            <a:spLocks xmlns:a="http://schemas.openxmlformats.org/drawingml/2006/main" noGrp="1"/>
          </p:cNvSpPr>
          <p:nvPr/>
        </p:nvSpPr>
        <p:spPr>
          <a:xfrm xmlns:a="http://schemas.openxmlformats.org/drawingml/2006/main">
            <a:off x="2952750" y="2257425"/>
            <a:ext cx="2714625"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11" name="">
            <a:extLst xmlns:a="http://schemas.openxmlformats.org/drawingml/2006/main">
              <a:ext uri="{FF2B5EF4-FFF2-40B4-BE49-F238E27FC236}">
                <a16:creationId xmlns:a16="http://schemas.microsoft.com/office/drawing/2014/main" id="{DB4EF3F3-549C-4019-A5DE-D2E961470599}"/>
              </a:ext>
            </a:extLst>
          </p:cNvPr>
          <p:cNvSpPr>
            <a:spLocks xmlns:a="http://schemas.openxmlformats.org/drawingml/2006/main" noGrp="1"/>
          </p:cNvSpPr>
          <p:nvPr/>
        </p:nvSpPr>
        <p:spPr>
          <a:xfrm xmlns:a="http://schemas.openxmlformats.org/drawingml/2006/main">
            <a:off x="5667375" y="2257425"/>
            <a:ext cx="0" cy="409575"/>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12" name="">
            <a:extLst xmlns:a="http://schemas.openxmlformats.org/drawingml/2006/main">
              <a:ext uri="{FF2B5EF4-FFF2-40B4-BE49-F238E27FC236}">
                <a16:creationId xmlns:a16="http://schemas.microsoft.com/office/drawing/2014/main" id="{C6666061-8378-46DA-9587-46B200FB074E}"/>
              </a:ext>
            </a:extLst>
          </p:cNvPr>
          <p:cNvSpPr>
            <a:spLocks xmlns:a="http://schemas.openxmlformats.org/drawingml/2006/main" noGrp="1"/>
          </p:cNvSpPr>
          <p:nvPr/>
        </p:nvSpPr>
        <p:spPr>
          <a:xfrm xmlns:a="http://schemas.openxmlformats.org/drawingml/2006/main">
            <a:off x="4953000" y="3333750"/>
            <a:ext cx="714375" cy="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13" name="">
            <a:extLst xmlns:a="http://schemas.openxmlformats.org/drawingml/2006/main">
              <a:ext uri="{FF2B5EF4-FFF2-40B4-BE49-F238E27FC236}">
                <a16:creationId xmlns:a16="http://schemas.microsoft.com/office/drawing/2014/main" id="{F4D69664-F602-49A4-B74E-BDFD958128C7}"/>
              </a:ext>
            </a:extLst>
          </p:cNvPr>
          <p:cNvSpPr>
            <a:spLocks xmlns:a="http://schemas.openxmlformats.org/drawingml/2006/main" noGrp="1"/>
          </p:cNvSpPr>
          <p:nvPr/>
        </p:nvSpPr>
        <p:spPr>
          <a:xfrm xmlns:a="http://schemas.openxmlformats.org/drawingml/2006/main">
            <a:off x="5667375" y="3048000"/>
            <a:ext cx="0" cy="285750"/>
          </a:xfrm>
          <a:prstGeom xmlns:a="http://schemas.openxmlformats.org/drawingml/2006/main" prst="line">
            <a:avLst/>
          </a:prstGeom>
          <a:noFill xmlns:a="http://schemas.openxmlformats.org/drawingml/2006/main"/>
          <a:ln xmlns:a="http://schemas.openxmlformats.org/drawingml/2006/main" w="19050">
            <a:solidFill>
              <a:srgbClr val="171B1B"/>
            </a:solidFill>
            <a:prstDash val="solid"/>
          </a:ln>
        </p:spPr>
      </p:sp>
      <p:sp>
        <p:nvSpPr>
          <p:cNvPr id="14" name="">
            <a:extLst xmlns:a="http://schemas.openxmlformats.org/drawingml/2006/main">
              <a:ext uri="{FF2B5EF4-FFF2-40B4-BE49-F238E27FC236}">
                <a16:creationId xmlns:a16="http://schemas.microsoft.com/office/drawing/2014/main" id="{3227D079-7055-4C46-BEA0-FFD01106D04E}"/>
              </a:ext>
            </a:extLst>
          </p:cNvPr>
          <p:cNvSpPr>
            <a:spLocks xmlns:a="http://schemas.openxmlformats.org/drawingml/2006/main" noGrp="1"/>
          </p:cNvSpPr>
          <p:nvPr/>
        </p:nvSpPr>
        <p:spPr>
          <a:xfrm xmlns:a="http://schemas.openxmlformats.org/drawingml/2006/main">
            <a:off x="5953125" y="2514600"/>
            <a:ext cx="1619250" cy="7239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5" name="">
            <a:extLst xmlns:a="http://schemas.openxmlformats.org/drawingml/2006/main">
              <a:ext uri="{FF2B5EF4-FFF2-40B4-BE49-F238E27FC236}">
                <a16:creationId xmlns:a16="http://schemas.microsoft.com/office/drawing/2014/main" id="{37EFD6A7-C1F1-4566-94DA-08F3FD65D2CA}"/>
              </a:ext>
            </a:extLst>
          </p:cNvPr>
          <p:cNvSpPr>
            <a:spLocks xmlns:a="http://schemas.openxmlformats.org/drawingml/2006/main" noGrp="1"/>
          </p:cNvSpPr>
          <p:nvPr/>
        </p:nvSpPr>
        <p:spPr>
          <a:xfrm xmlns:a="http://schemas.openxmlformats.org/drawingml/2006/main">
            <a:off x="6067425" y="2590800"/>
            <a:ext cx="13906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AND</a:t>
            </a:r>
          </a:p>
        </p:txBody>
      </p:sp>
      <p:sp>
        <p:nvSpPr>
          <p:cNvPr id="16" name="">
            <a:extLst xmlns:a="http://schemas.openxmlformats.org/drawingml/2006/main">
              <a:ext uri="{FF2B5EF4-FFF2-40B4-BE49-F238E27FC236}">
                <a16:creationId xmlns:a16="http://schemas.microsoft.com/office/drawing/2014/main" id="{68ABCAF3-0C33-474A-AA7D-201D4441F134}"/>
              </a:ext>
            </a:extLst>
          </p:cNvPr>
          <p:cNvSpPr>
            <a:spLocks xmlns:a="http://schemas.openxmlformats.org/drawingml/2006/main" noGrp="1"/>
          </p:cNvSpPr>
          <p:nvPr/>
        </p:nvSpPr>
        <p:spPr>
          <a:xfrm xmlns:a="http://schemas.openxmlformats.org/drawingml/2006/main">
            <a:off x="5667375" y="2667000"/>
            <a:ext cx="2095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7" name="">
            <a:extLst xmlns:a="http://schemas.openxmlformats.org/drawingml/2006/main">
              <a:ext uri="{FF2B5EF4-FFF2-40B4-BE49-F238E27FC236}">
                <a16:creationId xmlns:a16="http://schemas.microsoft.com/office/drawing/2014/main" id="{6E5CAF2A-AABC-43C0-A8E7-F6FA6A1B9595}"/>
              </a:ext>
            </a:extLst>
          </p:cNvPr>
          <p:cNvSpPr>
            <a:spLocks xmlns:a="http://schemas.openxmlformats.org/drawingml/2006/main" noGrp="1"/>
          </p:cNvSpPr>
          <p:nvPr/>
        </p:nvSpPr>
        <p:spPr>
          <a:xfrm xmlns:a="http://schemas.openxmlformats.org/drawingml/2006/main">
            <a:off x="5810250" y="260032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59380FC9-55A5-4ED0-A0FD-12008BA5A979}"/>
              </a:ext>
            </a:extLst>
          </p:cNvPr>
          <p:cNvSpPr>
            <a:spLocks xmlns:a="http://schemas.openxmlformats.org/drawingml/2006/main" noGrp="1"/>
          </p:cNvSpPr>
          <p:nvPr/>
        </p:nvSpPr>
        <p:spPr>
          <a:xfrm xmlns:a="http://schemas.openxmlformats.org/drawingml/2006/main">
            <a:off x="5667375" y="3048000"/>
            <a:ext cx="2095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9" name="">
            <a:extLst xmlns:a="http://schemas.openxmlformats.org/drawingml/2006/main">
              <a:ext uri="{FF2B5EF4-FFF2-40B4-BE49-F238E27FC236}">
                <a16:creationId xmlns:a16="http://schemas.microsoft.com/office/drawing/2014/main" id="{7086EA68-397D-4B3C-A8C5-8250FEBB833D}"/>
              </a:ext>
            </a:extLst>
          </p:cNvPr>
          <p:cNvSpPr>
            <a:spLocks xmlns:a="http://schemas.openxmlformats.org/drawingml/2006/main" noGrp="1"/>
          </p:cNvSpPr>
          <p:nvPr/>
        </p:nvSpPr>
        <p:spPr>
          <a:xfrm xmlns:a="http://schemas.openxmlformats.org/drawingml/2006/main">
            <a:off x="5810250" y="298132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579B1F6B-7E1C-4618-8C79-C73113CEBE32}"/>
              </a:ext>
            </a:extLst>
          </p:cNvPr>
          <p:cNvSpPr>
            <a:spLocks xmlns:a="http://schemas.openxmlformats.org/drawingml/2006/main" noGrp="1"/>
          </p:cNvSpPr>
          <p:nvPr/>
        </p:nvSpPr>
        <p:spPr>
          <a:xfrm xmlns:a="http://schemas.openxmlformats.org/drawingml/2006/main">
            <a:off x="7572375" y="2876550"/>
            <a:ext cx="119062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1" name="">
            <a:extLst xmlns:a="http://schemas.openxmlformats.org/drawingml/2006/main">
              <a:ext uri="{FF2B5EF4-FFF2-40B4-BE49-F238E27FC236}">
                <a16:creationId xmlns:a16="http://schemas.microsoft.com/office/drawing/2014/main" id="{8B933049-D025-4279-8608-07C60A85DE85}"/>
              </a:ext>
            </a:extLst>
          </p:cNvPr>
          <p:cNvSpPr>
            <a:spLocks xmlns:a="http://schemas.openxmlformats.org/drawingml/2006/main" noGrp="1"/>
          </p:cNvSpPr>
          <p:nvPr/>
        </p:nvSpPr>
        <p:spPr>
          <a:xfrm xmlns:a="http://schemas.openxmlformats.org/drawingml/2006/main">
            <a:off x="8696325" y="2809875"/>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B5DB5CC7-B48C-4CB1-8A27-FCA478831465}"/>
              </a:ext>
            </a:extLst>
          </p:cNvPr>
          <p:cNvSpPr>
            <a:spLocks xmlns:a="http://schemas.openxmlformats.org/drawingml/2006/main" noGrp="1"/>
          </p:cNvSpPr>
          <p:nvPr/>
        </p:nvSpPr>
        <p:spPr>
          <a:xfrm xmlns:a="http://schemas.openxmlformats.org/drawingml/2006/main">
            <a:off x="9001125" y="2647950"/>
            <a:ext cx="95250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250" b="1">
                <a:solidFill>
                  <a:srgbClr val="B64235"/>
                </a:solidFill>
                <a:latin typeface="Malgun Gothic"/>
                <a:ea typeface="Malgun Gothic"/>
                <a:cs typeface="Malgun Gothic"/>
              </a:defRPr>
            </a:defPPr>
            <a:lvl1pPr algn="l">
              <a:defRPr sz="2250" b="1">
                <a:solidFill>
                  <a:srgbClr val="B64235"/>
                </a:solidFill>
                <a:latin typeface="Malgun Gothic"/>
                <a:ea typeface="Malgun Gothic"/>
                <a:cs typeface="Malgun Gothic"/>
              </a:defRPr>
            </a:lvl1pPr>
            <a:lvl2pPr algn="l">
              <a:defRPr sz="2250" b="1">
                <a:solidFill>
                  <a:srgbClr val="B64235"/>
                </a:solidFill>
                <a:latin typeface="Malgun Gothic"/>
                <a:ea typeface="Malgun Gothic"/>
                <a:cs typeface="Malgun Gothic"/>
              </a:defRPr>
            </a:lvl2pPr>
            <a:lvl3pPr algn="l">
              <a:defRPr sz="2250" b="1">
                <a:solidFill>
                  <a:srgbClr val="B64235"/>
                </a:solidFill>
                <a:latin typeface="Malgun Gothic"/>
                <a:ea typeface="Malgun Gothic"/>
                <a:cs typeface="Malgun Gothic"/>
              </a:defRPr>
            </a:lvl3pPr>
            <a:lvl4pPr algn="l">
              <a:defRPr sz="2250" b="1">
                <a:solidFill>
                  <a:srgbClr val="B64235"/>
                </a:solidFill>
                <a:latin typeface="Malgun Gothic"/>
                <a:ea typeface="Malgun Gothic"/>
                <a:cs typeface="Malgun Gothic"/>
              </a:defRPr>
            </a:lvl4pPr>
            <a:lvl5pPr algn="l">
              <a:defRPr sz="2250" b="1">
                <a:solidFill>
                  <a:srgbClr val="B64235"/>
                </a:solidFill>
                <a:latin typeface="Malgun Gothic"/>
                <a:ea typeface="Malgun Gothic"/>
                <a:cs typeface="Malgun Gothic"/>
              </a:defRPr>
            </a:lvl5pPr>
            <a:lvl6pPr algn="l">
              <a:defRPr sz="2250" b="1">
                <a:solidFill>
                  <a:srgbClr val="B64235"/>
                </a:solidFill>
                <a:latin typeface="Malgun Gothic"/>
                <a:ea typeface="Malgun Gothic"/>
                <a:cs typeface="Malgun Gothic"/>
              </a:defRPr>
            </a:lvl6pPr>
            <a:lvl7pPr algn="l">
              <a:defRPr sz="2250" b="1">
                <a:solidFill>
                  <a:srgbClr val="B64235"/>
                </a:solidFill>
                <a:latin typeface="Malgun Gothic"/>
                <a:ea typeface="Malgun Gothic"/>
                <a:cs typeface="Malgun Gothic"/>
              </a:defRPr>
            </a:lvl7pPr>
            <a:lvl8pPr algn="l">
              <a:defRPr sz="2250" b="1">
                <a:solidFill>
                  <a:srgbClr val="B64235"/>
                </a:solidFill>
                <a:latin typeface="Malgun Gothic"/>
                <a:ea typeface="Malgun Gothic"/>
                <a:cs typeface="Malgun Gothic"/>
              </a:defRPr>
            </a:lvl8pPr>
            <a:lvl9pPr algn="l">
              <a:defRPr sz="2250" b="1">
                <a:solidFill>
                  <a:srgbClr val="B64235"/>
                </a:solidFill>
                <a:latin typeface="Malgun Gothic"/>
                <a:ea typeface="Malgun Gothic"/>
                <a:cs typeface="Malgun Gothic"/>
              </a:defRPr>
            </a:lvl9pPr>
          </a:lstStyle>
          <a:p xmlns:a="http://schemas.openxmlformats.org/drawingml/2006/main">
            <a:pPr algn="l">
              <a:defRPr sz="2250" b="1">
                <a:solidFill>
                  <a:srgbClr val="B64235"/>
                </a:solidFill>
                <a:latin typeface="Malgun Gothic"/>
                <a:ea typeface="Malgun Gothic"/>
                <a:cs typeface="Malgun Gothic"/>
              </a:defRPr>
            </a:pPr>
            <a:r>
              <a:rPr sz="2250" b="1">
                <a:solidFill>
                  <a:srgbClr val="B64235"/>
                </a:solidFill>
                <a:latin typeface="Malgun Gothic"/>
                <a:ea typeface="Malgun Gothic"/>
                <a:cs typeface="Malgun Gothic"/>
              </a:rPr>
              <a:t>Y</a:t>
            </a:r>
          </a:p>
        </p:txBody>
      </p:sp>
      <p:sp>
        <p:nvSpPr>
          <p:cNvPr id="23" name="">
            <a:extLst xmlns:a="http://schemas.openxmlformats.org/drawingml/2006/main">
              <a:ext uri="{FF2B5EF4-FFF2-40B4-BE49-F238E27FC236}">
                <a16:creationId xmlns:a16="http://schemas.microsoft.com/office/drawing/2014/main" id="{E38D9936-D877-4039-8751-88866F8E09BA}"/>
              </a:ext>
            </a:extLst>
          </p:cNvPr>
          <p:cNvSpPr>
            <a:spLocks xmlns:a="http://schemas.openxmlformats.org/drawingml/2006/main" noGrp="1"/>
          </p:cNvSpPr>
          <p:nvPr/>
        </p:nvSpPr>
        <p:spPr>
          <a:xfrm xmlns:a="http://schemas.openxmlformats.org/drawingml/2006/main">
            <a:off x="685800" y="4000500"/>
            <a:ext cx="42862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550" b="1">
                <a:solidFill>
                  <a:srgbClr val="087E82"/>
                </a:solidFill>
                <a:latin typeface="Consolas"/>
                <a:ea typeface="Consolas"/>
                <a:cs typeface="Consolas"/>
              </a:defRPr>
            </a:defPPr>
            <a:lvl1pPr algn="l">
              <a:defRPr sz="2550" b="1">
                <a:solidFill>
                  <a:srgbClr val="087E82"/>
                </a:solidFill>
                <a:latin typeface="Consolas"/>
                <a:ea typeface="Consolas"/>
                <a:cs typeface="Consolas"/>
              </a:defRPr>
            </a:lvl1pPr>
            <a:lvl2pPr algn="l">
              <a:defRPr sz="2550" b="1">
                <a:solidFill>
                  <a:srgbClr val="087E82"/>
                </a:solidFill>
                <a:latin typeface="Consolas"/>
                <a:ea typeface="Consolas"/>
                <a:cs typeface="Consolas"/>
              </a:defRPr>
            </a:lvl2pPr>
            <a:lvl3pPr algn="l">
              <a:defRPr sz="2550" b="1">
                <a:solidFill>
                  <a:srgbClr val="087E82"/>
                </a:solidFill>
                <a:latin typeface="Consolas"/>
                <a:ea typeface="Consolas"/>
                <a:cs typeface="Consolas"/>
              </a:defRPr>
            </a:lvl3pPr>
            <a:lvl4pPr algn="l">
              <a:defRPr sz="2550" b="1">
                <a:solidFill>
                  <a:srgbClr val="087E82"/>
                </a:solidFill>
                <a:latin typeface="Consolas"/>
                <a:ea typeface="Consolas"/>
                <a:cs typeface="Consolas"/>
              </a:defRPr>
            </a:lvl4pPr>
            <a:lvl5pPr algn="l">
              <a:defRPr sz="2550" b="1">
                <a:solidFill>
                  <a:srgbClr val="087E82"/>
                </a:solidFill>
                <a:latin typeface="Consolas"/>
                <a:ea typeface="Consolas"/>
                <a:cs typeface="Consolas"/>
              </a:defRPr>
            </a:lvl5pPr>
            <a:lvl6pPr algn="l">
              <a:defRPr sz="2550" b="1">
                <a:solidFill>
                  <a:srgbClr val="087E82"/>
                </a:solidFill>
                <a:latin typeface="Consolas"/>
                <a:ea typeface="Consolas"/>
                <a:cs typeface="Consolas"/>
              </a:defRPr>
            </a:lvl6pPr>
            <a:lvl7pPr algn="l">
              <a:defRPr sz="2550" b="1">
                <a:solidFill>
                  <a:srgbClr val="087E82"/>
                </a:solidFill>
                <a:latin typeface="Consolas"/>
                <a:ea typeface="Consolas"/>
                <a:cs typeface="Consolas"/>
              </a:defRPr>
            </a:lvl7pPr>
            <a:lvl8pPr algn="l">
              <a:defRPr sz="2550" b="1">
                <a:solidFill>
                  <a:srgbClr val="087E82"/>
                </a:solidFill>
                <a:latin typeface="Consolas"/>
                <a:ea typeface="Consolas"/>
                <a:cs typeface="Consolas"/>
              </a:defRPr>
            </a:lvl8pPr>
            <a:lvl9pPr algn="l">
              <a:defRPr sz="2550" b="1">
                <a:solidFill>
                  <a:srgbClr val="087E82"/>
                </a:solidFill>
                <a:latin typeface="Consolas"/>
                <a:ea typeface="Consolas"/>
                <a:cs typeface="Consolas"/>
              </a:defRPr>
            </a:lvl9pPr>
          </a:lstStyle>
          <a:p xmlns:a="http://schemas.openxmlformats.org/drawingml/2006/main">
            <a:pPr algn="l">
              <a:defRPr sz="2550" b="1">
                <a:solidFill>
                  <a:srgbClr val="087E82"/>
                </a:solidFill>
                <a:latin typeface="Consolas"/>
                <a:ea typeface="Consolas"/>
                <a:cs typeface="Consolas"/>
              </a:defRPr>
            </a:pPr>
            <a:r>
              <a:rPr sz="2550" b="1">
                <a:solidFill>
                  <a:srgbClr val="087E82"/>
                </a:solidFill>
                <a:latin typeface="Consolas"/>
                <a:ea typeface="Consolas"/>
                <a:cs typeface="Consolas"/>
              </a:rPr>
              <a:t>Y = A &amp; ~A</a:t>
            </a:r>
          </a:p>
        </p:txBody>
      </p:sp>
      <p:sp>
        <p:nvSpPr>
          <p:cNvPr id="24" name="">
            <a:extLst xmlns:a="http://schemas.openxmlformats.org/drawingml/2006/main">
              <a:ext uri="{FF2B5EF4-FFF2-40B4-BE49-F238E27FC236}">
                <a16:creationId xmlns:a16="http://schemas.microsoft.com/office/drawing/2014/main" id="{42962EFD-48AE-4FA0-8F9E-C68E4DCDCD3C}"/>
              </a:ext>
            </a:extLst>
          </p:cNvPr>
          <p:cNvSpPr>
            <a:spLocks xmlns:a="http://schemas.openxmlformats.org/drawingml/2006/main" noGrp="1"/>
          </p:cNvSpPr>
          <p:nvPr/>
        </p:nvSpPr>
        <p:spPr>
          <a:xfrm xmlns:a="http://schemas.openxmlformats.org/drawingml/2006/main">
            <a:off x="6686550" y="4095750"/>
            <a:ext cx="47625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875" b="1">
                <a:solidFill>
                  <a:srgbClr val="B64235"/>
                </a:solidFill>
                <a:latin typeface="Malgun Gothic"/>
                <a:ea typeface="Malgun Gothic"/>
                <a:cs typeface="Malgun Gothic"/>
              </a:defRPr>
            </a:defPPr>
            <a:lvl1pPr algn="l">
              <a:defRPr sz="1875" b="1">
                <a:solidFill>
                  <a:srgbClr val="B64235"/>
                </a:solidFill>
                <a:latin typeface="Malgun Gothic"/>
                <a:ea typeface="Malgun Gothic"/>
                <a:cs typeface="Malgun Gothic"/>
              </a:defRPr>
            </a:lvl1pPr>
            <a:lvl2pPr algn="l">
              <a:defRPr sz="1875" b="1">
                <a:solidFill>
                  <a:srgbClr val="B64235"/>
                </a:solidFill>
                <a:latin typeface="Malgun Gothic"/>
                <a:ea typeface="Malgun Gothic"/>
                <a:cs typeface="Malgun Gothic"/>
              </a:defRPr>
            </a:lvl2pPr>
            <a:lvl3pPr algn="l">
              <a:defRPr sz="1875" b="1">
                <a:solidFill>
                  <a:srgbClr val="B64235"/>
                </a:solidFill>
                <a:latin typeface="Malgun Gothic"/>
                <a:ea typeface="Malgun Gothic"/>
                <a:cs typeface="Malgun Gothic"/>
              </a:defRPr>
            </a:lvl3pPr>
            <a:lvl4pPr algn="l">
              <a:defRPr sz="1875" b="1">
                <a:solidFill>
                  <a:srgbClr val="B64235"/>
                </a:solidFill>
                <a:latin typeface="Malgun Gothic"/>
                <a:ea typeface="Malgun Gothic"/>
                <a:cs typeface="Malgun Gothic"/>
              </a:defRPr>
            </a:lvl4pPr>
            <a:lvl5pPr algn="l">
              <a:defRPr sz="1875" b="1">
                <a:solidFill>
                  <a:srgbClr val="B64235"/>
                </a:solidFill>
                <a:latin typeface="Malgun Gothic"/>
                <a:ea typeface="Malgun Gothic"/>
                <a:cs typeface="Malgun Gothic"/>
              </a:defRPr>
            </a:lvl5pPr>
            <a:lvl6pPr algn="l">
              <a:defRPr sz="1875" b="1">
                <a:solidFill>
                  <a:srgbClr val="B64235"/>
                </a:solidFill>
                <a:latin typeface="Malgun Gothic"/>
                <a:ea typeface="Malgun Gothic"/>
                <a:cs typeface="Malgun Gothic"/>
              </a:defRPr>
            </a:lvl6pPr>
            <a:lvl7pPr algn="l">
              <a:defRPr sz="1875" b="1">
                <a:solidFill>
                  <a:srgbClr val="B64235"/>
                </a:solidFill>
                <a:latin typeface="Malgun Gothic"/>
                <a:ea typeface="Malgun Gothic"/>
                <a:cs typeface="Malgun Gothic"/>
              </a:defRPr>
            </a:lvl7pPr>
            <a:lvl8pPr algn="l">
              <a:defRPr sz="1875" b="1">
                <a:solidFill>
                  <a:srgbClr val="B64235"/>
                </a:solidFill>
                <a:latin typeface="Malgun Gothic"/>
                <a:ea typeface="Malgun Gothic"/>
                <a:cs typeface="Malgun Gothic"/>
              </a:defRPr>
            </a:lvl8pPr>
            <a:lvl9pPr algn="l">
              <a:defRPr sz="1875" b="1">
                <a:solidFill>
                  <a:srgbClr val="B64235"/>
                </a:solidFill>
                <a:latin typeface="Malgun Gothic"/>
                <a:ea typeface="Malgun Gothic"/>
                <a:cs typeface="Malgun Gothic"/>
              </a:defRPr>
            </a:lvl9pPr>
          </a:lstStyle>
          <a:p xmlns:a="http://schemas.openxmlformats.org/drawingml/2006/main">
            <a:pPr algn="l">
              <a:defRPr sz="1875" b="1">
                <a:solidFill>
                  <a:srgbClr val="B64235"/>
                </a:solidFill>
                <a:latin typeface="Malgun Gothic"/>
                <a:ea typeface="Malgun Gothic"/>
                <a:cs typeface="Malgun Gothic"/>
              </a:defRPr>
            </a:pPr>
            <a:r>
              <a:rPr sz="1875" b="1">
                <a:solidFill>
                  <a:srgbClr val="B64235"/>
                </a:solidFill>
                <a:latin typeface="Malgun Gothic"/>
                <a:ea typeface="Malgun Gothic"/>
                <a:cs typeface="Malgun Gothic"/>
              </a:rPr>
              <a:t>Y</a:t>
            </a:r>
          </a:p>
        </p:txBody>
      </p:sp>
      <p:sp>
        <p:nvSpPr>
          <p:cNvPr id="25" name="">
            <a:extLst xmlns:a="http://schemas.openxmlformats.org/drawingml/2006/main">
              <a:ext uri="{FF2B5EF4-FFF2-40B4-BE49-F238E27FC236}">
                <a16:creationId xmlns:a16="http://schemas.microsoft.com/office/drawing/2014/main" id="{B8E06504-E677-446F-BB27-32F9E0AFA16F}"/>
              </a:ext>
            </a:extLst>
          </p:cNvPr>
          <p:cNvSpPr>
            <a:spLocks xmlns:a="http://schemas.openxmlformats.org/drawingml/2006/main" noGrp="1"/>
          </p:cNvSpPr>
          <p:nvPr/>
        </p:nvSpPr>
        <p:spPr>
          <a:xfrm xmlns:a="http://schemas.openxmlformats.org/drawingml/2006/main">
            <a:off x="7286625" y="4524375"/>
            <a:ext cx="1143000" cy="0"/>
          </a:xfrm>
          <a:prstGeom xmlns:a="http://schemas.openxmlformats.org/drawingml/2006/main" prst="line">
            <a:avLst/>
          </a:prstGeom>
          <a:noFill xmlns:a="http://schemas.openxmlformats.org/drawingml/2006/main"/>
          <a:ln xmlns:a="http://schemas.openxmlformats.org/drawingml/2006/main" w="38100">
            <a:solidFill>
              <a:srgbClr val="B64235"/>
            </a:solidFill>
            <a:prstDash val="solid"/>
          </a:ln>
        </p:spPr>
      </p:sp>
      <p:sp>
        <p:nvSpPr>
          <p:cNvPr id="26" name="">
            <a:extLst xmlns:a="http://schemas.openxmlformats.org/drawingml/2006/main">
              <a:ext uri="{FF2B5EF4-FFF2-40B4-BE49-F238E27FC236}">
                <a16:creationId xmlns:a16="http://schemas.microsoft.com/office/drawing/2014/main" id="{AB5A5A82-42A0-42B0-B2D4-A6051C84812E}"/>
              </a:ext>
            </a:extLst>
          </p:cNvPr>
          <p:cNvSpPr>
            <a:spLocks xmlns:a="http://schemas.openxmlformats.org/drawingml/2006/main" noGrp="1"/>
          </p:cNvSpPr>
          <p:nvPr/>
        </p:nvSpPr>
        <p:spPr>
          <a:xfrm xmlns:a="http://schemas.openxmlformats.org/drawingml/2006/main">
            <a:off x="8429625" y="4095750"/>
            <a:ext cx="0" cy="428625"/>
          </a:xfrm>
          <a:prstGeom xmlns:a="http://schemas.openxmlformats.org/drawingml/2006/main" prst="line">
            <a:avLst/>
          </a:prstGeom>
          <a:noFill xmlns:a="http://schemas.openxmlformats.org/drawingml/2006/main"/>
          <a:ln xmlns:a="http://schemas.openxmlformats.org/drawingml/2006/main" w="38100">
            <a:solidFill>
              <a:srgbClr val="B64235"/>
            </a:solidFill>
            <a:prstDash val="solid"/>
          </a:ln>
        </p:spPr>
      </p:sp>
      <p:sp>
        <p:nvSpPr>
          <p:cNvPr id="27" name="">
            <a:extLst xmlns:a="http://schemas.openxmlformats.org/drawingml/2006/main">
              <a:ext uri="{FF2B5EF4-FFF2-40B4-BE49-F238E27FC236}">
                <a16:creationId xmlns:a16="http://schemas.microsoft.com/office/drawing/2014/main" id="{48D54B96-C326-4095-8D04-E57689E93A3A}"/>
              </a:ext>
            </a:extLst>
          </p:cNvPr>
          <p:cNvSpPr>
            <a:spLocks xmlns:a="http://schemas.openxmlformats.org/drawingml/2006/main" noGrp="1"/>
          </p:cNvSpPr>
          <p:nvPr/>
        </p:nvSpPr>
        <p:spPr>
          <a:xfrm xmlns:a="http://schemas.openxmlformats.org/drawingml/2006/main">
            <a:off x="8429625" y="4095750"/>
            <a:ext cx="571500" cy="0"/>
          </a:xfrm>
          <a:prstGeom xmlns:a="http://schemas.openxmlformats.org/drawingml/2006/main" prst="line">
            <a:avLst/>
          </a:prstGeom>
          <a:noFill xmlns:a="http://schemas.openxmlformats.org/drawingml/2006/main"/>
          <a:ln xmlns:a="http://schemas.openxmlformats.org/drawingml/2006/main" w="38100">
            <a:solidFill>
              <a:srgbClr val="B64235"/>
            </a:solidFill>
            <a:prstDash val="solid"/>
          </a:ln>
        </p:spPr>
      </p:sp>
      <p:sp>
        <p:nvSpPr>
          <p:cNvPr id="28" name="">
            <a:extLst xmlns:a="http://schemas.openxmlformats.org/drawingml/2006/main">
              <a:ext uri="{FF2B5EF4-FFF2-40B4-BE49-F238E27FC236}">
                <a16:creationId xmlns:a16="http://schemas.microsoft.com/office/drawing/2014/main" id="{05FC9273-B52F-4B84-BA54-91558757C59D}"/>
              </a:ext>
            </a:extLst>
          </p:cNvPr>
          <p:cNvSpPr>
            <a:spLocks xmlns:a="http://schemas.openxmlformats.org/drawingml/2006/main" noGrp="1"/>
          </p:cNvSpPr>
          <p:nvPr/>
        </p:nvSpPr>
        <p:spPr>
          <a:xfrm xmlns:a="http://schemas.openxmlformats.org/drawingml/2006/main">
            <a:off x="9001125" y="4095750"/>
            <a:ext cx="0" cy="428625"/>
          </a:xfrm>
          <a:prstGeom xmlns:a="http://schemas.openxmlformats.org/drawingml/2006/main" prst="line">
            <a:avLst/>
          </a:prstGeom>
          <a:noFill xmlns:a="http://schemas.openxmlformats.org/drawingml/2006/main"/>
          <a:ln xmlns:a="http://schemas.openxmlformats.org/drawingml/2006/main" w="38100">
            <a:solidFill>
              <a:srgbClr val="B64235"/>
            </a:solidFill>
            <a:prstDash val="solid"/>
          </a:ln>
        </p:spPr>
      </p:sp>
      <p:sp>
        <p:nvSpPr>
          <p:cNvPr id="29" name="">
            <a:extLst xmlns:a="http://schemas.openxmlformats.org/drawingml/2006/main">
              <a:ext uri="{FF2B5EF4-FFF2-40B4-BE49-F238E27FC236}">
                <a16:creationId xmlns:a16="http://schemas.microsoft.com/office/drawing/2014/main" id="{EB20B662-9750-47EA-BD5D-726DD6A92E1F}"/>
              </a:ext>
            </a:extLst>
          </p:cNvPr>
          <p:cNvSpPr>
            <a:spLocks xmlns:a="http://schemas.openxmlformats.org/drawingml/2006/main" noGrp="1"/>
          </p:cNvSpPr>
          <p:nvPr/>
        </p:nvSpPr>
        <p:spPr>
          <a:xfrm xmlns:a="http://schemas.openxmlformats.org/drawingml/2006/main">
            <a:off x="9001125" y="4524375"/>
            <a:ext cx="2143125" cy="0"/>
          </a:xfrm>
          <a:prstGeom xmlns:a="http://schemas.openxmlformats.org/drawingml/2006/main" prst="line">
            <a:avLst/>
          </a:prstGeom>
          <a:noFill xmlns:a="http://schemas.openxmlformats.org/drawingml/2006/main"/>
          <a:ln xmlns:a="http://schemas.openxmlformats.org/drawingml/2006/main" w="38100">
            <a:solidFill>
              <a:srgbClr val="B64235"/>
            </a:solidFill>
            <a:prstDash val="solid"/>
          </a:ln>
        </p:spPr>
      </p:sp>
      <p:sp>
        <p:nvSpPr>
          <p:cNvPr id="30" name="">
            <a:extLst xmlns:a="http://schemas.openxmlformats.org/drawingml/2006/main">
              <a:ext uri="{FF2B5EF4-FFF2-40B4-BE49-F238E27FC236}">
                <a16:creationId xmlns:a16="http://schemas.microsoft.com/office/drawing/2014/main" id="{C05D4D97-9C70-4AE0-BF61-344862ED06E1}"/>
              </a:ext>
            </a:extLst>
          </p:cNvPr>
          <p:cNvSpPr>
            <a:spLocks xmlns:a="http://schemas.openxmlformats.org/drawingml/2006/main" noGrp="1"/>
          </p:cNvSpPr>
          <p:nvPr/>
        </p:nvSpPr>
        <p:spPr>
          <a:xfrm xmlns:a="http://schemas.openxmlformats.org/drawingml/2006/main">
            <a:off x="685800" y="4981575"/>
            <a:ext cx="104775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Malgun Gothic"/>
                <a:ea typeface="Malgun Gothic"/>
                <a:cs typeface="Malgun Gothic"/>
              </a:defRPr>
            </a:defPPr>
            <a:lvl1pPr algn="l">
              <a:defRPr sz="2025" b="0">
                <a:solidFill>
                  <a:srgbClr val="171B1B"/>
                </a:solidFill>
                <a:latin typeface="Malgun Gothic"/>
                <a:ea typeface="Malgun Gothic"/>
                <a:cs typeface="Malgun Gothic"/>
              </a:defRPr>
            </a:lvl1pPr>
            <a:lvl2pPr algn="l">
              <a:defRPr sz="2025" b="0">
                <a:solidFill>
                  <a:srgbClr val="171B1B"/>
                </a:solidFill>
                <a:latin typeface="Malgun Gothic"/>
                <a:ea typeface="Malgun Gothic"/>
                <a:cs typeface="Malgun Gothic"/>
              </a:defRPr>
            </a:lvl2pPr>
            <a:lvl3pPr algn="l">
              <a:defRPr sz="2025" b="0">
                <a:solidFill>
                  <a:srgbClr val="171B1B"/>
                </a:solidFill>
                <a:latin typeface="Malgun Gothic"/>
                <a:ea typeface="Malgun Gothic"/>
                <a:cs typeface="Malgun Gothic"/>
              </a:defRPr>
            </a:lvl3pPr>
            <a:lvl4pPr algn="l">
              <a:defRPr sz="2025" b="0">
                <a:solidFill>
                  <a:srgbClr val="171B1B"/>
                </a:solidFill>
                <a:latin typeface="Malgun Gothic"/>
                <a:ea typeface="Malgun Gothic"/>
                <a:cs typeface="Malgun Gothic"/>
              </a:defRPr>
            </a:lvl4pPr>
            <a:lvl5pPr algn="l">
              <a:defRPr sz="2025" b="0">
                <a:solidFill>
                  <a:srgbClr val="171B1B"/>
                </a:solidFill>
                <a:latin typeface="Malgun Gothic"/>
                <a:ea typeface="Malgun Gothic"/>
                <a:cs typeface="Malgun Gothic"/>
              </a:defRPr>
            </a:lvl5pPr>
            <a:lvl6pPr algn="l">
              <a:defRPr sz="2025" b="0">
                <a:solidFill>
                  <a:srgbClr val="171B1B"/>
                </a:solidFill>
                <a:latin typeface="Malgun Gothic"/>
                <a:ea typeface="Malgun Gothic"/>
                <a:cs typeface="Malgun Gothic"/>
              </a:defRPr>
            </a:lvl6pPr>
            <a:lvl7pPr algn="l">
              <a:defRPr sz="2025" b="0">
                <a:solidFill>
                  <a:srgbClr val="171B1B"/>
                </a:solidFill>
                <a:latin typeface="Malgun Gothic"/>
                <a:ea typeface="Malgun Gothic"/>
                <a:cs typeface="Malgun Gothic"/>
              </a:defRPr>
            </a:lvl7pPr>
            <a:lvl8pPr algn="l">
              <a:defRPr sz="2025" b="0">
                <a:solidFill>
                  <a:srgbClr val="171B1B"/>
                </a:solidFill>
                <a:latin typeface="Malgun Gothic"/>
                <a:ea typeface="Malgun Gothic"/>
                <a:cs typeface="Malgun Gothic"/>
              </a:defRPr>
            </a:lvl8pPr>
            <a:lvl9pPr algn="l">
              <a:defRPr sz="2025" b="0">
                <a:solidFill>
                  <a:srgbClr val="171B1B"/>
                </a:solidFill>
                <a:latin typeface="Malgun Gothic"/>
                <a:ea typeface="Malgun Gothic"/>
                <a:cs typeface="Malgun Gothic"/>
              </a:defRPr>
            </a:lvl9pPr>
          </a:lstStyle>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정상값은 0, 전이 순간에 짧은 1 발생</a:t>
            </a:r>
          </a:p>
        </p:txBody>
      </p:sp>
      <p:sp>
        <p:nvSpPr>
          <p:cNvPr id="31" name="">
            <a:extLst xmlns:a="http://schemas.openxmlformats.org/drawingml/2006/main">
              <a:ext uri="{FF2B5EF4-FFF2-40B4-BE49-F238E27FC236}">
                <a16:creationId xmlns:a16="http://schemas.microsoft.com/office/drawing/2014/main" id="{983F6249-9C35-4A92-B3C3-52161773FF92}"/>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해결: 안정 후 레지스터로 캡처 / 경로 단순화 / 조합 신호를 클록으로 사용하지 않기</a:t>
            </a:r>
          </a:p>
        </p:txBody>
      </p:sp>
    </p:spTree>
    <p:extLst>
      <p:ext uri="{BB962C8B-B14F-4D97-AF65-F5344CB8AC3E}">
        <p14:creationId xmlns:p14="http://schemas.microsoft.com/office/powerpoint/2010/main" val="174256784"/>
      </p:ext>
    </p:extLst>
  </p:cSld>
</p:sld>
</file>

<file path=ppt/slides/slide1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8954E6-AE65-4EA1-A51C-37911C6E12BD}"/>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Fan-out: 한 신호가 구동하는 입력 수</a:t>
            </a:r>
          </a:p>
        </p:txBody>
      </p:sp>
      <p:sp>
        <p:nvSpPr>
          <p:cNvPr id="2" name="">
            <a:extLst xmlns:a="http://schemas.openxmlformats.org/drawingml/2006/main">
              <a:ext uri="{FF2B5EF4-FFF2-40B4-BE49-F238E27FC236}">
                <a16:creationId xmlns:a16="http://schemas.microsoft.com/office/drawing/2014/main" id="{5FD31521-BF77-429C-8241-C0CF0C8811F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F19BB7A4-0D80-4FE1-9A76-448485D73B78}"/>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18</a:t>
            </a:r>
          </a:p>
        </p:txBody>
      </p:sp>
      <p:sp>
        <p:nvSpPr>
          <p:cNvPr id="4" name="">
            <a:extLst xmlns:a="http://schemas.openxmlformats.org/drawingml/2006/main">
              <a:ext uri="{FF2B5EF4-FFF2-40B4-BE49-F238E27FC236}">
                <a16:creationId xmlns:a16="http://schemas.microsoft.com/office/drawing/2014/main" id="{E11F360A-01BC-4951-BCDE-521960525E94}"/>
              </a:ext>
            </a:extLst>
          </p:cNvPr>
          <p:cNvSpPr>
            <a:spLocks xmlns:a="http://schemas.openxmlformats.org/drawingml/2006/main" noGrp="1"/>
          </p:cNvSpPr>
          <p:nvPr/>
        </p:nvSpPr>
        <p:spPr>
          <a:xfrm xmlns:a="http://schemas.openxmlformats.org/drawingml/2006/main">
            <a:off x="685800" y="2952750"/>
            <a:ext cx="2190750" cy="85725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5" name="">
            <a:extLst xmlns:a="http://schemas.openxmlformats.org/drawingml/2006/main">
              <a:ext uri="{FF2B5EF4-FFF2-40B4-BE49-F238E27FC236}">
                <a16:creationId xmlns:a16="http://schemas.microsoft.com/office/drawing/2014/main" id="{116EEE81-8F6B-4D71-964A-252953EFF009}"/>
              </a:ext>
            </a:extLst>
          </p:cNvPr>
          <p:cNvSpPr>
            <a:spLocks xmlns:a="http://schemas.openxmlformats.org/drawingml/2006/main" noGrp="1"/>
          </p:cNvSpPr>
          <p:nvPr/>
        </p:nvSpPr>
        <p:spPr>
          <a:xfrm xmlns:a="http://schemas.openxmlformats.org/drawingml/2006/main">
            <a:off x="800100" y="3028950"/>
            <a:ext cx="196215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구동 신호</a:t>
            </a:r>
          </a:p>
        </p:txBody>
      </p:sp>
      <p:sp>
        <p:nvSpPr>
          <p:cNvPr id="6" name="">
            <a:extLst xmlns:a="http://schemas.openxmlformats.org/drawingml/2006/main">
              <a:ext uri="{FF2B5EF4-FFF2-40B4-BE49-F238E27FC236}">
                <a16:creationId xmlns:a16="http://schemas.microsoft.com/office/drawing/2014/main" id="{5E5C1C7A-EF21-4631-996F-B6A0D858EFFD}"/>
              </a:ext>
            </a:extLst>
          </p:cNvPr>
          <p:cNvSpPr>
            <a:spLocks xmlns:a="http://schemas.openxmlformats.org/drawingml/2006/main" noGrp="1"/>
          </p:cNvSpPr>
          <p:nvPr/>
        </p:nvSpPr>
        <p:spPr>
          <a:xfrm xmlns:a="http://schemas.openxmlformats.org/drawingml/2006/main">
            <a:off x="2876550" y="3381375"/>
            <a:ext cx="1428750"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7" name="">
            <a:extLst xmlns:a="http://schemas.openxmlformats.org/drawingml/2006/main">
              <a:ext uri="{FF2B5EF4-FFF2-40B4-BE49-F238E27FC236}">
                <a16:creationId xmlns:a16="http://schemas.microsoft.com/office/drawing/2014/main" id="{42D4B4BB-1711-4FB2-8148-80226953EDEB}"/>
              </a:ext>
            </a:extLst>
          </p:cNvPr>
          <p:cNvSpPr>
            <a:spLocks xmlns:a="http://schemas.openxmlformats.org/drawingml/2006/main" noGrp="1"/>
          </p:cNvSpPr>
          <p:nvPr/>
        </p:nvSpPr>
        <p:spPr>
          <a:xfrm xmlns:a="http://schemas.openxmlformats.org/drawingml/2006/main">
            <a:off x="4305300" y="1952625"/>
            <a:ext cx="0" cy="285750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8" name="">
            <a:extLst xmlns:a="http://schemas.openxmlformats.org/drawingml/2006/main">
              <a:ext uri="{FF2B5EF4-FFF2-40B4-BE49-F238E27FC236}">
                <a16:creationId xmlns:a16="http://schemas.microsoft.com/office/drawing/2014/main" id="{EE0A6538-A00A-44CF-AC8A-AB4105478824}"/>
              </a:ext>
            </a:extLst>
          </p:cNvPr>
          <p:cNvSpPr>
            <a:spLocks xmlns:a="http://schemas.openxmlformats.org/drawingml/2006/main" noGrp="1"/>
          </p:cNvSpPr>
          <p:nvPr/>
        </p:nvSpPr>
        <p:spPr>
          <a:xfrm xmlns:a="http://schemas.openxmlformats.org/drawingml/2006/main">
            <a:off x="4305300" y="1952625"/>
            <a:ext cx="79057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9" name="">
            <a:extLst xmlns:a="http://schemas.openxmlformats.org/drawingml/2006/main">
              <a:ext uri="{FF2B5EF4-FFF2-40B4-BE49-F238E27FC236}">
                <a16:creationId xmlns:a16="http://schemas.microsoft.com/office/drawing/2014/main" id="{2D6B4A3B-EE3F-4680-BB46-C86367C86EA8}"/>
              </a:ext>
            </a:extLst>
          </p:cNvPr>
          <p:cNvSpPr>
            <a:spLocks xmlns:a="http://schemas.openxmlformats.org/drawingml/2006/main" noGrp="1"/>
          </p:cNvSpPr>
          <p:nvPr/>
        </p:nvSpPr>
        <p:spPr>
          <a:xfrm xmlns:a="http://schemas.openxmlformats.org/drawingml/2006/main">
            <a:off x="5029200" y="1885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E982EE36-40D2-4241-B4E1-A1AFA0172EB5}"/>
              </a:ext>
            </a:extLst>
          </p:cNvPr>
          <p:cNvSpPr>
            <a:spLocks xmlns:a="http://schemas.openxmlformats.org/drawingml/2006/main" noGrp="1"/>
          </p:cNvSpPr>
          <p:nvPr/>
        </p:nvSpPr>
        <p:spPr>
          <a:xfrm xmlns:a="http://schemas.openxmlformats.org/drawingml/2006/main">
            <a:off x="5238750" y="1666875"/>
            <a:ext cx="1714500" cy="571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1" name="">
            <a:extLst xmlns:a="http://schemas.openxmlformats.org/drawingml/2006/main">
              <a:ext uri="{FF2B5EF4-FFF2-40B4-BE49-F238E27FC236}">
                <a16:creationId xmlns:a16="http://schemas.microsoft.com/office/drawing/2014/main" id="{83D454A9-2BDE-47EF-8C9E-F63458D491D2}"/>
              </a:ext>
            </a:extLst>
          </p:cNvPr>
          <p:cNvSpPr>
            <a:spLocks xmlns:a="http://schemas.openxmlformats.org/drawingml/2006/main" noGrp="1"/>
          </p:cNvSpPr>
          <p:nvPr/>
        </p:nvSpPr>
        <p:spPr>
          <a:xfrm xmlns:a="http://schemas.openxmlformats.org/drawingml/2006/main">
            <a:off x="5353050" y="1743075"/>
            <a:ext cx="14859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입력 1</a:t>
            </a:r>
          </a:p>
        </p:txBody>
      </p:sp>
      <p:sp>
        <p:nvSpPr>
          <p:cNvPr id="12" name="">
            <a:extLst xmlns:a="http://schemas.openxmlformats.org/drawingml/2006/main">
              <a:ext uri="{FF2B5EF4-FFF2-40B4-BE49-F238E27FC236}">
                <a16:creationId xmlns:a16="http://schemas.microsoft.com/office/drawing/2014/main" id="{1A251422-CD7F-4B59-83C7-D524230E7ABB}"/>
              </a:ext>
            </a:extLst>
          </p:cNvPr>
          <p:cNvSpPr>
            <a:spLocks xmlns:a="http://schemas.openxmlformats.org/drawingml/2006/main" noGrp="1"/>
          </p:cNvSpPr>
          <p:nvPr/>
        </p:nvSpPr>
        <p:spPr>
          <a:xfrm xmlns:a="http://schemas.openxmlformats.org/drawingml/2006/main">
            <a:off x="4305300" y="2905125"/>
            <a:ext cx="79057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3" name="">
            <a:extLst xmlns:a="http://schemas.openxmlformats.org/drawingml/2006/main">
              <a:ext uri="{FF2B5EF4-FFF2-40B4-BE49-F238E27FC236}">
                <a16:creationId xmlns:a16="http://schemas.microsoft.com/office/drawing/2014/main" id="{8C7D2D0F-CEE3-44FC-8EEE-BF3C7AD30F1C}"/>
              </a:ext>
            </a:extLst>
          </p:cNvPr>
          <p:cNvSpPr>
            <a:spLocks xmlns:a="http://schemas.openxmlformats.org/drawingml/2006/main" noGrp="1"/>
          </p:cNvSpPr>
          <p:nvPr/>
        </p:nvSpPr>
        <p:spPr>
          <a:xfrm xmlns:a="http://schemas.openxmlformats.org/drawingml/2006/main">
            <a:off x="5029200" y="28384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DB4E3BDE-E142-47FD-9DEB-F7DE491A3D60}"/>
              </a:ext>
            </a:extLst>
          </p:cNvPr>
          <p:cNvSpPr>
            <a:spLocks xmlns:a="http://schemas.openxmlformats.org/drawingml/2006/main" noGrp="1"/>
          </p:cNvSpPr>
          <p:nvPr/>
        </p:nvSpPr>
        <p:spPr>
          <a:xfrm xmlns:a="http://schemas.openxmlformats.org/drawingml/2006/main">
            <a:off x="5238750" y="2619375"/>
            <a:ext cx="1714500" cy="571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5" name="">
            <a:extLst xmlns:a="http://schemas.openxmlformats.org/drawingml/2006/main">
              <a:ext uri="{FF2B5EF4-FFF2-40B4-BE49-F238E27FC236}">
                <a16:creationId xmlns:a16="http://schemas.microsoft.com/office/drawing/2014/main" id="{48E2CB42-6DD4-4122-A3B5-D6A418F18024}"/>
              </a:ext>
            </a:extLst>
          </p:cNvPr>
          <p:cNvSpPr>
            <a:spLocks xmlns:a="http://schemas.openxmlformats.org/drawingml/2006/main" noGrp="1"/>
          </p:cNvSpPr>
          <p:nvPr/>
        </p:nvSpPr>
        <p:spPr>
          <a:xfrm xmlns:a="http://schemas.openxmlformats.org/drawingml/2006/main">
            <a:off x="5353050" y="2695575"/>
            <a:ext cx="14859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입력 2</a:t>
            </a:r>
          </a:p>
        </p:txBody>
      </p:sp>
      <p:sp>
        <p:nvSpPr>
          <p:cNvPr id="16" name="">
            <a:extLst xmlns:a="http://schemas.openxmlformats.org/drawingml/2006/main">
              <a:ext uri="{FF2B5EF4-FFF2-40B4-BE49-F238E27FC236}">
                <a16:creationId xmlns:a16="http://schemas.microsoft.com/office/drawing/2014/main" id="{B067435C-944C-4056-AA4D-EDC22F02A9DA}"/>
              </a:ext>
            </a:extLst>
          </p:cNvPr>
          <p:cNvSpPr>
            <a:spLocks xmlns:a="http://schemas.openxmlformats.org/drawingml/2006/main" noGrp="1"/>
          </p:cNvSpPr>
          <p:nvPr/>
        </p:nvSpPr>
        <p:spPr>
          <a:xfrm xmlns:a="http://schemas.openxmlformats.org/drawingml/2006/main">
            <a:off x="4305300" y="3857625"/>
            <a:ext cx="79057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17" name="">
            <a:extLst xmlns:a="http://schemas.openxmlformats.org/drawingml/2006/main">
              <a:ext uri="{FF2B5EF4-FFF2-40B4-BE49-F238E27FC236}">
                <a16:creationId xmlns:a16="http://schemas.microsoft.com/office/drawing/2014/main" id="{CC752157-76EC-4E25-BFB6-EA5891C0BBBA}"/>
              </a:ext>
            </a:extLst>
          </p:cNvPr>
          <p:cNvSpPr>
            <a:spLocks xmlns:a="http://schemas.openxmlformats.org/drawingml/2006/main" noGrp="1"/>
          </p:cNvSpPr>
          <p:nvPr/>
        </p:nvSpPr>
        <p:spPr>
          <a:xfrm xmlns:a="http://schemas.openxmlformats.org/drawingml/2006/main">
            <a:off x="5029200" y="37909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763AE91-CF5D-4C06-AC33-A6E3D0581560}"/>
              </a:ext>
            </a:extLst>
          </p:cNvPr>
          <p:cNvSpPr>
            <a:spLocks xmlns:a="http://schemas.openxmlformats.org/drawingml/2006/main" noGrp="1"/>
          </p:cNvSpPr>
          <p:nvPr/>
        </p:nvSpPr>
        <p:spPr>
          <a:xfrm xmlns:a="http://schemas.openxmlformats.org/drawingml/2006/main">
            <a:off x="5238750" y="3571875"/>
            <a:ext cx="1714500" cy="571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19" name="">
            <a:extLst xmlns:a="http://schemas.openxmlformats.org/drawingml/2006/main">
              <a:ext uri="{FF2B5EF4-FFF2-40B4-BE49-F238E27FC236}">
                <a16:creationId xmlns:a16="http://schemas.microsoft.com/office/drawing/2014/main" id="{2CFFC733-F268-4CE7-9DA3-F4C80DBAC788}"/>
              </a:ext>
            </a:extLst>
          </p:cNvPr>
          <p:cNvSpPr>
            <a:spLocks xmlns:a="http://schemas.openxmlformats.org/drawingml/2006/main" noGrp="1"/>
          </p:cNvSpPr>
          <p:nvPr/>
        </p:nvSpPr>
        <p:spPr>
          <a:xfrm xmlns:a="http://schemas.openxmlformats.org/drawingml/2006/main">
            <a:off x="5353050" y="3648075"/>
            <a:ext cx="14859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입력 3</a:t>
            </a:r>
          </a:p>
        </p:txBody>
      </p:sp>
      <p:sp>
        <p:nvSpPr>
          <p:cNvPr id="20" name="">
            <a:extLst xmlns:a="http://schemas.openxmlformats.org/drawingml/2006/main">
              <a:ext uri="{FF2B5EF4-FFF2-40B4-BE49-F238E27FC236}">
                <a16:creationId xmlns:a16="http://schemas.microsoft.com/office/drawing/2014/main" id="{C1ED90A3-DFC3-45C1-B4EE-98017671E095}"/>
              </a:ext>
            </a:extLst>
          </p:cNvPr>
          <p:cNvSpPr>
            <a:spLocks xmlns:a="http://schemas.openxmlformats.org/drawingml/2006/main" noGrp="1"/>
          </p:cNvSpPr>
          <p:nvPr/>
        </p:nvSpPr>
        <p:spPr>
          <a:xfrm xmlns:a="http://schemas.openxmlformats.org/drawingml/2006/main">
            <a:off x="4305300" y="4810125"/>
            <a:ext cx="790575" cy="0"/>
          </a:xfrm>
          <a:prstGeom xmlns:a="http://schemas.openxmlformats.org/drawingml/2006/main" prst="line">
            <a:avLst/>
          </a:prstGeom>
          <a:noFill xmlns:a="http://schemas.openxmlformats.org/drawingml/2006/main"/>
          <a:ln xmlns:a="http://schemas.openxmlformats.org/drawingml/2006/main" w="19050">
            <a:solidFill>
              <a:srgbClr val="087E82"/>
            </a:solidFill>
            <a:prstDash val="solid"/>
          </a:ln>
        </p:spPr>
      </p:sp>
      <p:sp>
        <p:nvSpPr>
          <p:cNvPr id="21" name="">
            <a:extLst xmlns:a="http://schemas.openxmlformats.org/drawingml/2006/main">
              <a:ext uri="{FF2B5EF4-FFF2-40B4-BE49-F238E27FC236}">
                <a16:creationId xmlns:a16="http://schemas.microsoft.com/office/drawing/2014/main" id="{446DB9C0-D834-4920-9B02-DEA894776FB1}"/>
              </a:ext>
            </a:extLst>
          </p:cNvPr>
          <p:cNvSpPr>
            <a:spLocks xmlns:a="http://schemas.openxmlformats.org/drawingml/2006/main" noGrp="1"/>
          </p:cNvSpPr>
          <p:nvPr/>
        </p:nvSpPr>
        <p:spPr>
          <a:xfrm xmlns:a="http://schemas.openxmlformats.org/drawingml/2006/main">
            <a:off x="5029200" y="4743450"/>
            <a:ext cx="133350" cy="133350"/>
          </a:xfrm>
          <a:prstGeom xmlns:a="http://schemas.openxmlformats.org/drawingml/2006/main" prst="rightArrow">
            <a:avLst/>
          </a:prstGeom>
          <a:solidFill xmlns:a="http://schemas.openxmlformats.org/drawingml/2006/main">
            <a:srgbClr val="087E82"/>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84AA6DFC-F5ED-4EB4-8BC6-056E28A52693}"/>
              </a:ext>
            </a:extLst>
          </p:cNvPr>
          <p:cNvSpPr>
            <a:spLocks xmlns:a="http://schemas.openxmlformats.org/drawingml/2006/main" noGrp="1"/>
          </p:cNvSpPr>
          <p:nvPr/>
        </p:nvSpPr>
        <p:spPr>
          <a:xfrm xmlns:a="http://schemas.openxmlformats.org/drawingml/2006/main">
            <a:off x="5238750" y="4524375"/>
            <a:ext cx="1714500" cy="571500"/>
          </a:xfrm>
          <a:prstGeom xmlns:a="http://schemas.openxmlformats.org/drawingml/2006/main" prst="rect">
            <a:avLst/>
          </a:prstGeom>
          <a:solidFill xmlns:a="http://schemas.openxmlformats.org/drawingml/2006/main">
            <a:srgbClr val="F6F5F0"/>
          </a:solidFill>
          <a:ln xmlns:a="http://schemas.openxmlformats.org/drawingml/2006/main" w="19050">
            <a:solidFill>
              <a:srgbClr val="171B1B"/>
            </a:solidFill>
            <a:prstDash val="solid"/>
          </a:ln>
        </p:spPr>
      </p:sp>
      <p:sp>
        <p:nvSpPr>
          <p:cNvPr id="23" name="">
            <a:extLst xmlns:a="http://schemas.openxmlformats.org/drawingml/2006/main">
              <a:ext uri="{FF2B5EF4-FFF2-40B4-BE49-F238E27FC236}">
                <a16:creationId xmlns:a16="http://schemas.microsoft.com/office/drawing/2014/main" id="{F7064A7A-3735-4ADF-A1DC-614C557500A3}"/>
              </a:ext>
            </a:extLst>
          </p:cNvPr>
          <p:cNvSpPr>
            <a:spLocks xmlns:a="http://schemas.openxmlformats.org/drawingml/2006/main" noGrp="1"/>
          </p:cNvSpPr>
          <p:nvPr/>
        </p:nvSpPr>
        <p:spPr>
          <a:xfrm xmlns:a="http://schemas.openxmlformats.org/drawingml/2006/main">
            <a:off x="5353050" y="4600575"/>
            <a:ext cx="148590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ctr">
              <a:defRPr sz="1875" b="1">
                <a:solidFill>
                  <a:srgbClr val="171B1B"/>
                </a:solidFill>
                <a:latin typeface="Malgun Gothic"/>
                <a:ea typeface="Malgun Gothic"/>
                <a:cs typeface="Malgun Gothic"/>
              </a:defRPr>
            </a:defPPr>
            <a:lvl1pPr algn="ctr">
              <a:defRPr sz="1875" b="1">
                <a:solidFill>
                  <a:srgbClr val="171B1B"/>
                </a:solidFill>
                <a:latin typeface="Malgun Gothic"/>
                <a:ea typeface="Malgun Gothic"/>
                <a:cs typeface="Malgun Gothic"/>
              </a:defRPr>
            </a:lvl1pPr>
            <a:lvl2pPr algn="ctr">
              <a:defRPr sz="1875" b="1">
                <a:solidFill>
                  <a:srgbClr val="171B1B"/>
                </a:solidFill>
                <a:latin typeface="Malgun Gothic"/>
                <a:ea typeface="Malgun Gothic"/>
                <a:cs typeface="Malgun Gothic"/>
              </a:defRPr>
            </a:lvl2pPr>
            <a:lvl3pPr algn="ctr">
              <a:defRPr sz="1875" b="1">
                <a:solidFill>
                  <a:srgbClr val="171B1B"/>
                </a:solidFill>
                <a:latin typeface="Malgun Gothic"/>
                <a:ea typeface="Malgun Gothic"/>
                <a:cs typeface="Malgun Gothic"/>
              </a:defRPr>
            </a:lvl3pPr>
            <a:lvl4pPr algn="ctr">
              <a:defRPr sz="1875" b="1">
                <a:solidFill>
                  <a:srgbClr val="171B1B"/>
                </a:solidFill>
                <a:latin typeface="Malgun Gothic"/>
                <a:ea typeface="Malgun Gothic"/>
                <a:cs typeface="Malgun Gothic"/>
              </a:defRPr>
            </a:lvl4pPr>
            <a:lvl5pPr algn="ctr">
              <a:defRPr sz="1875" b="1">
                <a:solidFill>
                  <a:srgbClr val="171B1B"/>
                </a:solidFill>
                <a:latin typeface="Malgun Gothic"/>
                <a:ea typeface="Malgun Gothic"/>
                <a:cs typeface="Malgun Gothic"/>
              </a:defRPr>
            </a:lvl5pPr>
            <a:lvl6pPr algn="ctr">
              <a:defRPr sz="1875" b="1">
                <a:solidFill>
                  <a:srgbClr val="171B1B"/>
                </a:solidFill>
                <a:latin typeface="Malgun Gothic"/>
                <a:ea typeface="Malgun Gothic"/>
                <a:cs typeface="Malgun Gothic"/>
              </a:defRPr>
            </a:lvl6pPr>
            <a:lvl7pPr algn="ctr">
              <a:defRPr sz="1875" b="1">
                <a:solidFill>
                  <a:srgbClr val="171B1B"/>
                </a:solidFill>
                <a:latin typeface="Malgun Gothic"/>
                <a:ea typeface="Malgun Gothic"/>
                <a:cs typeface="Malgun Gothic"/>
              </a:defRPr>
            </a:lvl7pPr>
            <a:lvl8pPr algn="ctr">
              <a:defRPr sz="1875" b="1">
                <a:solidFill>
                  <a:srgbClr val="171B1B"/>
                </a:solidFill>
                <a:latin typeface="Malgun Gothic"/>
                <a:ea typeface="Malgun Gothic"/>
                <a:cs typeface="Malgun Gothic"/>
              </a:defRPr>
            </a:lvl8pPr>
            <a:lvl9pPr algn="ctr">
              <a:defRPr sz="1875" b="1">
                <a:solidFill>
                  <a:srgbClr val="171B1B"/>
                </a:solidFill>
                <a:latin typeface="Malgun Gothic"/>
                <a:ea typeface="Malgun Gothic"/>
                <a:cs typeface="Malgun Gothic"/>
              </a:defRPr>
            </a:lvl9pPr>
          </a:lstStyle>
          <a:p xmlns:a="http://schemas.openxmlformats.org/drawingml/2006/main">
            <a:pPr algn="ctr">
              <a:defRPr sz="1875" b="1">
                <a:solidFill>
                  <a:srgbClr val="171B1B"/>
                </a:solidFill>
                <a:latin typeface="Malgun Gothic"/>
                <a:ea typeface="Malgun Gothic"/>
                <a:cs typeface="Malgun Gothic"/>
              </a:defRPr>
            </a:pPr>
            <a:r>
              <a:rPr sz="1875" b="1">
                <a:solidFill>
                  <a:srgbClr val="171B1B"/>
                </a:solidFill>
                <a:latin typeface="Malgun Gothic"/>
                <a:ea typeface="Malgun Gothic"/>
                <a:cs typeface="Malgun Gothic"/>
              </a:rPr>
              <a:t>입력 4</a:t>
            </a:r>
          </a:p>
        </p:txBody>
      </p:sp>
      <p:sp>
        <p:nvSpPr>
          <p:cNvPr id="24" name="">
            <a:extLst xmlns:a="http://schemas.openxmlformats.org/drawingml/2006/main">
              <a:ext uri="{FF2B5EF4-FFF2-40B4-BE49-F238E27FC236}">
                <a16:creationId xmlns:a16="http://schemas.microsoft.com/office/drawing/2014/main" id="{C497612C-3CDE-49E8-84A0-2CCC94189939}"/>
              </a:ext>
            </a:extLst>
          </p:cNvPr>
          <p:cNvSpPr>
            <a:spLocks xmlns:a="http://schemas.openxmlformats.org/drawingml/2006/main" noGrp="1"/>
          </p:cNvSpPr>
          <p:nvPr/>
        </p:nvSpPr>
        <p:spPr>
          <a:xfrm xmlns:a="http://schemas.openxmlformats.org/drawingml/2006/main">
            <a:off x="7905750" y="1952625"/>
            <a:ext cx="35242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부하와 배선 증가</a:t>
            </a:r>
          </a:p>
        </p:txBody>
      </p:sp>
      <p:sp>
        <p:nvSpPr>
          <p:cNvPr id="25" name="">
            <a:extLst xmlns:a="http://schemas.openxmlformats.org/drawingml/2006/main">
              <a:ext uri="{FF2B5EF4-FFF2-40B4-BE49-F238E27FC236}">
                <a16:creationId xmlns:a16="http://schemas.microsoft.com/office/drawing/2014/main" id="{24617293-D85E-4B5D-AAA2-98876CAEB42E}"/>
              </a:ext>
            </a:extLst>
          </p:cNvPr>
          <p:cNvSpPr>
            <a:spLocks xmlns:a="http://schemas.openxmlformats.org/drawingml/2006/main" noGrp="1"/>
          </p:cNvSpPr>
          <p:nvPr/>
        </p:nvSpPr>
        <p:spPr>
          <a:xfrm xmlns:a="http://schemas.openxmlformats.org/drawingml/2006/main">
            <a:off x="7905750" y="2466975"/>
            <a:ext cx="36195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전파 지연 증가 가능</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타이밍 여유 감소 가능</a:t>
            </a:r>
          </a:p>
        </p:txBody>
      </p:sp>
      <p:sp>
        <p:nvSpPr>
          <p:cNvPr id="26" name="">
            <a:extLst xmlns:a="http://schemas.openxmlformats.org/drawingml/2006/main">
              <a:ext uri="{FF2B5EF4-FFF2-40B4-BE49-F238E27FC236}">
                <a16:creationId xmlns:a16="http://schemas.microsoft.com/office/drawing/2014/main" id="{A78C7625-6BDF-45EA-BA81-803806CDF323}"/>
              </a:ext>
            </a:extLst>
          </p:cNvPr>
          <p:cNvSpPr>
            <a:spLocks xmlns:a="http://schemas.openxmlformats.org/drawingml/2006/main" noGrp="1"/>
          </p:cNvSpPr>
          <p:nvPr/>
        </p:nvSpPr>
        <p:spPr>
          <a:xfrm xmlns:a="http://schemas.openxmlformats.org/drawingml/2006/main">
            <a:off x="7905750" y="3857625"/>
            <a:ext cx="35242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구현 결과로 판단</a:t>
            </a:r>
          </a:p>
        </p:txBody>
      </p:sp>
      <p:sp>
        <p:nvSpPr>
          <p:cNvPr id="27" name="">
            <a:extLst xmlns:a="http://schemas.openxmlformats.org/drawingml/2006/main">
              <a:ext uri="{FF2B5EF4-FFF2-40B4-BE49-F238E27FC236}">
                <a16:creationId xmlns:a16="http://schemas.microsoft.com/office/drawing/2014/main" id="{9C77FB38-BF2A-46FD-B159-9EE762F02E72}"/>
              </a:ext>
            </a:extLst>
          </p:cNvPr>
          <p:cNvSpPr>
            <a:spLocks xmlns:a="http://schemas.openxmlformats.org/drawingml/2006/main" noGrp="1"/>
          </p:cNvSpPr>
          <p:nvPr/>
        </p:nvSpPr>
        <p:spPr>
          <a:xfrm xmlns:a="http://schemas.openxmlformats.org/drawingml/2006/main">
            <a:off x="7905750" y="4371975"/>
            <a:ext cx="3619500"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950" b="0">
                <a:solidFill>
                  <a:srgbClr val="171B1B"/>
                </a:solidFill>
                <a:latin typeface="Malgun Gothic"/>
                <a:ea typeface="Malgun Gothic"/>
                <a:cs typeface="Malgun Gothic"/>
              </a:defRPr>
            </a:defPPr>
            <a:lvl1pPr algn="l">
              <a:defRPr sz="1950" b="0">
                <a:solidFill>
                  <a:srgbClr val="171B1B"/>
                </a:solidFill>
                <a:latin typeface="Malgun Gothic"/>
                <a:ea typeface="Malgun Gothic"/>
                <a:cs typeface="Malgun Gothic"/>
              </a:defRPr>
            </a:lvl1pPr>
            <a:lvl2pPr algn="l">
              <a:defRPr sz="1950" b="0">
                <a:solidFill>
                  <a:srgbClr val="171B1B"/>
                </a:solidFill>
                <a:latin typeface="Malgun Gothic"/>
                <a:ea typeface="Malgun Gothic"/>
                <a:cs typeface="Malgun Gothic"/>
              </a:defRPr>
            </a:lvl2pPr>
            <a:lvl3pPr algn="l">
              <a:defRPr sz="1950" b="0">
                <a:solidFill>
                  <a:srgbClr val="171B1B"/>
                </a:solidFill>
                <a:latin typeface="Malgun Gothic"/>
                <a:ea typeface="Malgun Gothic"/>
                <a:cs typeface="Malgun Gothic"/>
              </a:defRPr>
            </a:lvl3pPr>
            <a:lvl4pPr algn="l">
              <a:defRPr sz="1950" b="0">
                <a:solidFill>
                  <a:srgbClr val="171B1B"/>
                </a:solidFill>
                <a:latin typeface="Malgun Gothic"/>
                <a:ea typeface="Malgun Gothic"/>
                <a:cs typeface="Malgun Gothic"/>
              </a:defRPr>
            </a:lvl4pPr>
            <a:lvl5pPr algn="l">
              <a:defRPr sz="1950" b="0">
                <a:solidFill>
                  <a:srgbClr val="171B1B"/>
                </a:solidFill>
                <a:latin typeface="Malgun Gothic"/>
                <a:ea typeface="Malgun Gothic"/>
                <a:cs typeface="Malgun Gothic"/>
              </a:defRPr>
            </a:lvl5pPr>
            <a:lvl6pPr algn="l">
              <a:defRPr sz="1950" b="0">
                <a:solidFill>
                  <a:srgbClr val="171B1B"/>
                </a:solidFill>
                <a:latin typeface="Malgun Gothic"/>
                <a:ea typeface="Malgun Gothic"/>
                <a:cs typeface="Malgun Gothic"/>
              </a:defRPr>
            </a:lvl6pPr>
            <a:lvl7pPr algn="l">
              <a:defRPr sz="1950" b="0">
                <a:solidFill>
                  <a:srgbClr val="171B1B"/>
                </a:solidFill>
                <a:latin typeface="Malgun Gothic"/>
                <a:ea typeface="Malgun Gothic"/>
                <a:cs typeface="Malgun Gothic"/>
              </a:defRPr>
            </a:lvl7pPr>
            <a:lvl8pPr algn="l">
              <a:defRPr sz="1950" b="0">
                <a:solidFill>
                  <a:srgbClr val="171B1B"/>
                </a:solidFill>
                <a:latin typeface="Malgun Gothic"/>
                <a:ea typeface="Malgun Gothic"/>
                <a:cs typeface="Malgun Gothic"/>
              </a:defRPr>
            </a:lvl8pPr>
            <a:lvl9pPr algn="l">
              <a:defRPr sz="1950" b="0">
                <a:solidFill>
                  <a:srgbClr val="171B1B"/>
                </a:solidFill>
                <a:latin typeface="Malgun Gothic"/>
                <a:ea typeface="Malgun Gothic"/>
                <a:cs typeface="Malgun Gothic"/>
              </a:defRPr>
            </a:lvl9pPr>
          </a:lstStyle>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클록은 전용망 사용</a:t>
            </a:r>
          </a:p>
          <a:p xmlns:a="http://schemas.openxmlformats.org/drawingml/2006/main">
            <a:pPr algn="l">
              <a:defRPr sz="1950" b="0">
                <a:solidFill>
                  <a:srgbClr val="171B1B"/>
                </a:solidFill>
                <a:latin typeface="Malgun Gothic"/>
                <a:ea typeface="Malgun Gothic"/>
                <a:cs typeface="Malgun Gothic"/>
              </a:defRPr>
            </a:pPr>
            <a:r>
              <a:rPr sz="1950" b="0">
                <a:solidFill>
                  <a:srgbClr val="171B1B"/>
                </a:solidFill>
                <a:latin typeface="Malgun Gothic"/>
                <a:ea typeface="Malgun Gothic"/>
                <a:cs typeface="Malgun Gothic"/>
              </a:rPr>
              <a:t>필요 시 복제·배치 최적화</a:t>
            </a:r>
          </a:p>
        </p:txBody>
      </p:sp>
      <p:sp>
        <p:nvSpPr>
          <p:cNvPr id="28" name="">
            <a:extLst xmlns:a="http://schemas.openxmlformats.org/drawingml/2006/main">
              <a:ext uri="{FF2B5EF4-FFF2-40B4-BE49-F238E27FC236}">
                <a16:creationId xmlns:a16="http://schemas.microsoft.com/office/drawing/2014/main" id="{F867E19F-A08E-40E7-91EA-CC400CE82E20}"/>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현재 프로젝트에서 fan-out 병목이 발생했다는 측정 근거는 없다.</a:t>
            </a:r>
          </a:p>
        </p:txBody>
      </p:sp>
    </p:spTree>
    <p:extLst>
      <p:ext uri="{BB962C8B-B14F-4D97-AF65-F5344CB8AC3E}">
        <p14:creationId xmlns:p14="http://schemas.microsoft.com/office/powerpoint/2010/main" val="1701633417"/>
      </p:ext>
    </p:extLst>
  </p:cSld>
</p:sld>
</file>

<file path=ppt/slides/slide1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17CF22-6857-4271-ADD7-FB1F2C665A51}"/>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설계 검토와 구현 후기</a:t>
            </a:r>
          </a:p>
        </p:txBody>
      </p:sp>
      <p:sp>
        <p:nvSpPr>
          <p:cNvPr id="2" name="">
            <a:extLst xmlns:a="http://schemas.openxmlformats.org/drawingml/2006/main">
              <a:ext uri="{FF2B5EF4-FFF2-40B4-BE49-F238E27FC236}">
                <a16:creationId xmlns:a16="http://schemas.microsoft.com/office/drawing/2014/main" id="{9CAA1EC6-3B77-4E8B-B98C-71279BB2FFB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C8670A97-7FD0-4EDB-B5C1-4DC0EF980D56}"/>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19</a:t>
            </a:r>
          </a:p>
        </p:txBody>
      </p:sp>
      <p:sp>
        <p:nvSpPr>
          <p:cNvPr id="4" name="">
            <a:extLst xmlns:a="http://schemas.openxmlformats.org/drawingml/2006/main">
              <a:ext uri="{FF2B5EF4-FFF2-40B4-BE49-F238E27FC236}">
                <a16:creationId xmlns:a16="http://schemas.microsoft.com/office/drawing/2014/main" id="{DF0DEF50-58F3-439D-9469-DB989B73E29E}"/>
              </a:ext>
            </a:extLst>
          </p:cNvPr>
          <p:cNvSpPr>
            <a:spLocks xmlns:a="http://schemas.openxmlformats.org/drawingml/2006/main" noGrp="1"/>
          </p:cNvSpPr>
          <p:nvPr/>
        </p:nvSpPr>
        <p:spPr>
          <a:xfrm xmlns:a="http://schemas.openxmlformats.org/drawingml/2006/main">
            <a:off x="685800" y="1752600"/>
            <a:ext cx="57150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코드에서 배운 점</a:t>
            </a:r>
          </a:p>
        </p:txBody>
      </p:sp>
      <p:sp>
        <p:nvSpPr>
          <p:cNvPr id="5" name="">
            <a:extLst xmlns:a="http://schemas.openxmlformats.org/drawingml/2006/main">
              <a:ext uri="{FF2B5EF4-FFF2-40B4-BE49-F238E27FC236}">
                <a16:creationId xmlns:a16="http://schemas.microsoft.com/office/drawing/2014/main" id="{9FEC327B-AEF9-403A-8E3A-88C8026B96E3}"/>
              </a:ext>
            </a:extLst>
          </p:cNvPr>
          <p:cNvSpPr>
            <a:spLocks xmlns:a="http://schemas.openxmlformats.org/drawingml/2006/main" noGrp="1"/>
          </p:cNvSpPr>
          <p:nvPr/>
        </p:nvSpPr>
        <p:spPr>
          <a:xfrm xmlns:a="http://schemas.openxmlformats.org/drawingml/2006/main">
            <a:off x="685800" y="2276475"/>
            <a:ext cx="10668000" cy="1095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모드와 실행 플래그를 분리하면 동작을 정확히 설명할 수 있다.</a:t>
            </a:r>
          </a:p>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공유 tick은 재개 직후 카운트 시점에도 영향을 준다.</a:t>
            </a:r>
          </a:p>
        </p:txBody>
      </p:sp>
      <p:sp>
        <p:nvSpPr>
          <p:cNvPr id="6" name="">
            <a:extLst xmlns:a="http://schemas.openxmlformats.org/drawingml/2006/main">
              <a:ext uri="{FF2B5EF4-FFF2-40B4-BE49-F238E27FC236}">
                <a16:creationId xmlns:a16="http://schemas.microsoft.com/office/drawing/2014/main" id="{6C4A2334-244F-46CA-9722-F6FAC91583C1}"/>
              </a:ext>
            </a:extLst>
          </p:cNvPr>
          <p:cNvSpPr>
            <a:spLocks xmlns:a="http://schemas.openxmlformats.org/drawingml/2006/main" noGrp="1"/>
          </p:cNvSpPr>
          <p:nvPr/>
        </p:nvSpPr>
        <p:spPr>
          <a:xfrm xmlns:a="http://schemas.openxmlformats.org/drawingml/2006/main">
            <a:off x="685800" y="3790950"/>
            <a:ext cx="10820400" cy="0"/>
          </a:xfrm>
          <a:prstGeom xmlns:a="http://schemas.openxmlformats.org/drawingml/2006/main" prst="line">
            <a:avLst/>
          </a:prstGeom>
          <a:noFill xmlns:a="http://schemas.openxmlformats.org/drawingml/2006/main"/>
          <a:ln xmlns:a="http://schemas.openxmlformats.org/drawingml/2006/main" w="9525">
            <a:solidFill>
              <a:srgbClr val="BAC3BE"/>
            </a:solidFill>
            <a:prstDash val="solid"/>
          </a:ln>
        </p:spPr>
      </p:sp>
      <p:sp>
        <p:nvSpPr>
          <p:cNvPr id="7" name="">
            <a:extLst xmlns:a="http://schemas.openxmlformats.org/drawingml/2006/main">
              <a:ext uri="{FF2B5EF4-FFF2-40B4-BE49-F238E27FC236}">
                <a16:creationId xmlns:a16="http://schemas.microsoft.com/office/drawing/2014/main" id="{D79B5933-6E80-49A2-A69A-98725246C5C2}"/>
              </a:ext>
            </a:extLst>
          </p:cNvPr>
          <p:cNvSpPr>
            <a:spLocks xmlns:a="http://schemas.openxmlformats.org/drawingml/2006/main" noGrp="1"/>
          </p:cNvSpPr>
          <p:nvPr/>
        </p:nvSpPr>
        <p:spPr>
          <a:xfrm xmlns:a="http://schemas.openxmlformats.org/drawingml/2006/main">
            <a:off x="685800" y="4086225"/>
            <a:ext cx="6667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1">
                <a:solidFill>
                  <a:srgbClr val="087E82"/>
                </a:solidFill>
                <a:latin typeface="Malgun Gothic"/>
                <a:ea typeface="Malgun Gothic"/>
                <a:cs typeface="Malgun Gothic"/>
              </a:defRPr>
            </a:defPPr>
            <a:lvl1pPr algn="l">
              <a:defRPr sz="2100" b="1">
                <a:solidFill>
                  <a:srgbClr val="087E82"/>
                </a:solidFill>
                <a:latin typeface="Malgun Gothic"/>
                <a:ea typeface="Malgun Gothic"/>
                <a:cs typeface="Malgun Gothic"/>
              </a:defRPr>
            </a:lvl1pPr>
            <a:lvl2pPr algn="l">
              <a:defRPr sz="2100" b="1">
                <a:solidFill>
                  <a:srgbClr val="087E82"/>
                </a:solidFill>
                <a:latin typeface="Malgun Gothic"/>
                <a:ea typeface="Malgun Gothic"/>
                <a:cs typeface="Malgun Gothic"/>
              </a:defRPr>
            </a:lvl2pPr>
            <a:lvl3pPr algn="l">
              <a:defRPr sz="2100" b="1">
                <a:solidFill>
                  <a:srgbClr val="087E82"/>
                </a:solidFill>
                <a:latin typeface="Malgun Gothic"/>
                <a:ea typeface="Malgun Gothic"/>
                <a:cs typeface="Malgun Gothic"/>
              </a:defRPr>
            </a:lvl3pPr>
            <a:lvl4pPr algn="l">
              <a:defRPr sz="2100" b="1">
                <a:solidFill>
                  <a:srgbClr val="087E82"/>
                </a:solidFill>
                <a:latin typeface="Malgun Gothic"/>
                <a:ea typeface="Malgun Gothic"/>
                <a:cs typeface="Malgun Gothic"/>
              </a:defRPr>
            </a:lvl4pPr>
            <a:lvl5pPr algn="l">
              <a:defRPr sz="2100" b="1">
                <a:solidFill>
                  <a:srgbClr val="087E82"/>
                </a:solidFill>
                <a:latin typeface="Malgun Gothic"/>
                <a:ea typeface="Malgun Gothic"/>
                <a:cs typeface="Malgun Gothic"/>
              </a:defRPr>
            </a:lvl5pPr>
            <a:lvl6pPr algn="l">
              <a:defRPr sz="2100" b="1">
                <a:solidFill>
                  <a:srgbClr val="087E82"/>
                </a:solidFill>
                <a:latin typeface="Malgun Gothic"/>
                <a:ea typeface="Malgun Gothic"/>
                <a:cs typeface="Malgun Gothic"/>
              </a:defRPr>
            </a:lvl6pPr>
            <a:lvl7pPr algn="l">
              <a:defRPr sz="2100" b="1">
                <a:solidFill>
                  <a:srgbClr val="087E82"/>
                </a:solidFill>
                <a:latin typeface="Malgun Gothic"/>
                <a:ea typeface="Malgun Gothic"/>
                <a:cs typeface="Malgun Gothic"/>
              </a:defRPr>
            </a:lvl7pPr>
            <a:lvl8pPr algn="l">
              <a:defRPr sz="2100" b="1">
                <a:solidFill>
                  <a:srgbClr val="087E82"/>
                </a:solidFill>
                <a:latin typeface="Malgun Gothic"/>
                <a:ea typeface="Malgun Gothic"/>
                <a:cs typeface="Malgun Gothic"/>
              </a:defRPr>
            </a:lvl8pPr>
            <a:lvl9pPr algn="l">
              <a:defRPr sz="2100" b="1">
                <a:solidFill>
                  <a:srgbClr val="087E82"/>
                </a:solidFill>
                <a:latin typeface="Malgun Gothic"/>
                <a:ea typeface="Malgun Gothic"/>
                <a:cs typeface="Malgun Gothic"/>
              </a:defRPr>
            </a:lvl9pPr>
          </a:lstStyle>
          <a:p xmlns:a="http://schemas.openxmlformats.org/drawingml/2006/main">
            <a:pPr algn="l">
              <a:defRPr sz="2100" b="1">
                <a:solidFill>
                  <a:srgbClr val="087E82"/>
                </a:solidFill>
                <a:latin typeface="Malgun Gothic"/>
                <a:ea typeface="Malgun Gothic"/>
                <a:cs typeface="Malgun Gothic"/>
              </a:defRPr>
            </a:pPr>
            <a:r>
              <a:rPr sz="2100" b="1">
                <a:solidFill>
                  <a:srgbClr val="087E82"/>
                </a:solidFill>
                <a:latin typeface="Malgun Gothic"/>
                <a:ea typeface="Malgun Gothic"/>
                <a:cs typeface="Malgun Gothic"/>
              </a:rPr>
              <a:t>다음 구현에서 확인할 점</a:t>
            </a:r>
          </a:p>
        </p:txBody>
      </p:sp>
      <p:sp>
        <p:nvSpPr>
          <p:cNvPr id="8" name="">
            <a:extLst xmlns:a="http://schemas.openxmlformats.org/drawingml/2006/main">
              <a:ext uri="{FF2B5EF4-FFF2-40B4-BE49-F238E27FC236}">
                <a16:creationId xmlns:a16="http://schemas.microsoft.com/office/drawing/2014/main" id="{495A3F33-0EE3-478C-8DBA-270847C21384}"/>
              </a:ext>
            </a:extLst>
          </p:cNvPr>
          <p:cNvSpPr>
            <a:spLocks xmlns:a="http://schemas.openxmlformats.org/drawingml/2006/main" noGrp="1"/>
          </p:cNvSpPr>
          <p:nvPr/>
        </p:nvSpPr>
        <p:spPr>
          <a:xfrm xmlns:a="http://schemas.openxmlformats.org/drawingml/2006/main">
            <a:off x="685800" y="4619625"/>
            <a:ext cx="106680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100" b="0">
                <a:solidFill>
                  <a:srgbClr val="171B1B"/>
                </a:solidFill>
                <a:latin typeface="Malgun Gothic"/>
                <a:ea typeface="Malgun Gothic"/>
                <a:cs typeface="Malgun Gothic"/>
              </a:defRPr>
            </a:defPPr>
            <a:lvl1pPr algn="l">
              <a:defRPr sz="2100" b="0">
                <a:solidFill>
                  <a:srgbClr val="171B1B"/>
                </a:solidFill>
                <a:latin typeface="Malgun Gothic"/>
                <a:ea typeface="Malgun Gothic"/>
                <a:cs typeface="Malgun Gothic"/>
              </a:defRPr>
            </a:lvl1pPr>
            <a:lvl2pPr algn="l">
              <a:defRPr sz="2100" b="0">
                <a:solidFill>
                  <a:srgbClr val="171B1B"/>
                </a:solidFill>
                <a:latin typeface="Malgun Gothic"/>
                <a:ea typeface="Malgun Gothic"/>
                <a:cs typeface="Malgun Gothic"/>
              </a:defRPr>
            </a:lvl2pPr>
            <a:lvl3pPr algn="l">
              <a:defRPr sz="2100" b="0">
                <a:solidFill>
                  <a:srgbClr val="171B1B"/>
                </a:solidFill>
                <a:latin typeface="Malgun Gothic"/>
                <a:ea typeface="Malgun Gothic"/>
                <a:cs typeface="Malgun Gothic"/>
              </a:defRPr>
            </a:lvl3pPr>
            <a:lvl4pPr algn="l">
              <a:defRPr sz="2100" b="0">
                <a:solidFill>
                  <a:srgbClr val="171B1B"/>
                </a:solidFill>
                <a:latin typeface="Malgun Gothic"/>
                <a:ea typeface="Malgun Gothic"/>
                <a:cs typeface="Malgun Gothic"/>
              </a:defRPr>
            </a:lvl4pPr>
            <a:lvl5pPr algn="l">
              <a:defRPr sz="2100" b="0">
                <a:solidFill>
                  <a:srgbClr val="171B1B"/>
                </a:solidFill>
                <a:latin typeface="Malgun Gothic"/>
                <a:ea typeface="Malgun Gothic"/>
                <a:cs typeface="Malgun Gothic"/>
              </a:defRPr>
            </a:lvl5pPr>
            <a:lvl6pPr algn="l">
              <a:defRPr sz="2100" b="0">
                <a:solidFill>
                  <a:srgbClr val="171B1B"/>
                </a:solidFill>
                <a:latin typeface="Malgun Gothic"/>
                <a:ea typeface="Malgun Gothic"/>
                <a:cs typeface="Malgun Gothic"/>
              </a:defRPr>
            </a:lvl6pPr>
            <a:lvl7pPr algn="l">
              <a:defRPr sz="2100" b="0">
                <a:solidFill>
                  <a:srgbClr val="171B1B"/>
                </a:solidFill>
                <a:latin typeface="Malgun Gothic"/>
                <a:ea typeface="Malgun Gothic"/>
                <a:cs typeface="Malgun Gothic"/>
              </a:defRPr>
            </a:lvl7pPr>
            <a:lvl8pPr algn="l">
              <a:defRPr sz="2100" b="0">
                <a:solidFill>
                  <a:srgbClr val="171B1B"/>
                </a:solidFill>
                <a:latin typeface="Malgun Gothic"/>
                <a:ea typeface="Malgun Gothic"/>
                <a:cs typeface="Malgun Gothic"/>
              </a:defRPr>
            </a:lvl8pPr>
            <a:lvl9pPr algn="l">
              <a:defRPr sz="2100" b="0">
                <a:solidFill>
                  <a:srgbClr val="171B1B"/>
                </a:solidFill>
                <a:latin typeface="Malgun Gothic"/>
                <a:ea typeface="Malgun Gothic"/>
                <a:cs typeface="Malgun Gothic"/>
              </a:defRPr>
            </a:lvl9pPr>
          </a:lstStyle>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2-FF 동기화와 FND clock enable 구조</a:t>
            </a:r>
          </a:p>
          <a:p xmlns:a="http://schemas.openxmlformats.org/drawingml/2006/main">
            <a:pPr algn="l">
              <a:defRPr sz="2100" b="0">
                <a:solidFill>
                  <a:srgbClr val="171B1B"/>
                </a:solidFill>
                <a:latin typeface="Malgun Gothic"/>
                <a:ea typeface="Malgun Gothic"/>
                <a:cs typeface="Malgun Gothic"/>
              </a:defRPr>
            </a:pPr>
            <a:r>
              <a:rPr sz="2100" b="0">
                <a:solidFill>
                  <a:srgbClr val="171B1B"/>
                </a:solidFill>
                <a:latin typeface="Malgun Gothic"/>
                <a:ea typeface="Malgun Gothic"/>
                <a:cs typeface="Malgun Gothic"/>
              </a:rPr>
              <a:t>59:59 rollover, 동시 버튼 입력, 실제 보드 동작</a:t>
            </a:r>
          </a:p>
        </p:txBody>
      </p:sp>
      <p:sp>
        <p:nvSpPr>
          <p:cNvPr id="9" name="">
            <a:extLst xmlns:a="http://schemas.openxmlformats.org/drawingml/2006/main">
              <a:ext uri="{FF2B5EF4-FFF2-40B4-BE49-F238E27FC236}">
                <a16:creationId xmlns:a16="http://schemas.microsoft.com/office/drawing/2014/main" id="{3BBDF6CB-487E-49EB-83C0-488DF9D333F5}"/>
              </a:ext>
            </a:extLst>
          </p:cNvPr>
          <p:cNvSpPr>
            <a:spLocks xmlns:a="http://schemas.openxmlformats.org/drawingml/2006/main" noGrp="1"/>
          </p:cNvSpPr>
          <p:nvPr/>
        </p:nvSpPr>
        <p:spPr>
          <a:xfrm xmlns:a="http://schemas.openxmlformats.org/drawingml/2006/main">
            <a:off x="609600" y="5943600"/>
            <a:ext cx="1028700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1575" b="0">
                <a:solidFill>
                  <a:srgbClr val="626B69"/>
                </a:solidFill>
                <a:latin typeface="Malgun Gothic"/>
                <a:ea typeface="Malgun Gothic"/>
                <a:cs typeface="Malgun Gothic"/>
              </a:defRPr>
            </a:defPPr>
            <a:lvl1pPr algn="l">
              <a:defRPr sz="1575" b="0">
                <a:solidFill>
                  <a:srgbClr val="626B69"/>
                </a:solidFill>
                <a:latin typeface="Malgun Gothic"/>
                <a:ea typeface="Malgun Gothic"/>
                <a:cs typeface="Malgun Gothic"/>
              </a:defRPr>
            </a:lvl1pPr>
            <a:lvl2pPr algn="l">
              <a:defRPr sz="1575" b="0">
                <a:solidFill>
                  <a:srgbClr val="626B69"/>
                </a:solidFill>
                <a:latin typeface="Malgun Gothic"/>
                <a:ea typeface="Malgun Gothic"/>
                <a:cs typeface="Malgun Gothic"/>
              </a:defRPr>
            </a:lvl2pPr>
            <a:lvl3pPr algn="l">
              <a:defRPr sz="1575" b="0">
                <a:solidFill>
                  <a:srgbClr val="626B69"/>
                </a:solidFill>
                <a:latin typeface="Malgun Gothic"/>
                <a:ea typeface="Malgun Gothic"/>
                <a:cs typeface="Malgun Gothic"/>
              </a:defRPr>
            </a:lvl3pPr>
            <a:lvl4pPr algn="l">
              <a:defRPr sz="1575" b="0">
                <a:solidFill>
                  <a:srgbClr val="626B69"/>
                </a:solidFill>
                <a:latin typeface="Malgun Gothic"/>
                <a:ea typeface="Malgun Gothic"/>
                <a:cs typeface="Malgun Gothic"/>
              </a:defRPr>
            </a:lvl4pPr>
            <a:lvl5pPr algn="l">
              <a:defRPr sz="1575" b="0">
                <a:solidFill>
                  <a:srgbClr val="626B69"/>
                </a:solidFill>
                <a:latin typeface="Malgun Gothic"/>
                <a:ea typeface="Malgun Gothic"/>
                <a:cs typeface="Malgun Gothic"/>
              </a:defRPr>
            </a:lvl5pPr>
            <a:lvl6pPr algn="l">
              <a:defRPr sz="1575" b="0">
                <a:solidFill>
                  <a:srgbClr val="626B69"/>
                </a:solidFill>
                <a:latin typeface="Malgun Gothic"/>
                <a:ea typeface="Malgun Gothic"/>
                <a:cs typeface="Malgun Gothic"/>
              </a:defRPr>
            </a:lvl6pPr>
            <a:lvl7pPr algn="l">
              <a:defRPr sz="1575" b="0">
                <a:solidFill>
                  <a:srgbClr val="626B69"/>
                </a:solidFill>
                <a:latin typeface="Malgun Gothic"/>
                <a:ea typeface="Malgun Gothic"/>
                <a:cs typeface="Malgun Gothic"/>
              </a:defRPr>
            </a:lvl7pPr>
            <a:lvl8pPr algn="l">
              <a:defRPr sz="1575" b="0">
                <a:solidFill>
                  <a:srgbClr val="626B69"/>
                </a:solidFill>
                <a:latin typeface="Malgun Gothic"/>
                <a:ea typeface="Malgun Gothic"/>
                <a:cs typeface="Malgun Gothic"/>
              </a:defRPr>
            </a:lvl8pPr>
            <a:lvl9pPr algn="l">
              <a:defRPr sz="1575" b="0">
                <a:solidFill>
                  <a:srgbClr val="626B69"/>
                </a:solidFill>
                <a:latin typeface="Malgun Gothic"/>
                <a:ea typeface="Malgun Gothic"/>
                <a:cs typeface="Malgun Gothic"/>
              </a:defRPr>
            </a:lvl9pPr>
          </a:lstStyle>
          <a:p xmlns:a="http://schemas.openxmlformats.org/drawingml/2006/main">
            <a:pPr algn="l">
              <a:defRPr sz="1575" b="0">
                <a:solidFill>
                  <a:srgbClr val="626B69"/>
                </a:solidFill>
                <a:latin typeface="Malgun Gothic"/>
                <a:ea typeface="Malgun Gothic"/>
                <a:cs typeface="Malgun Gothic"/>
              </a:defRPr>
            </a:pPr>
            <a:r>
              <a:rPr sz="1575" b="0">
                <a:solidFill>
                  <a:srgbClr val="626B69"/>
                </a:solidFill>
                <a:latin typeface="Malgun Gothic"/>
                <a:ea typeface="Malgun Gothic"/>
                <a:cs typeface="Malgun Gothic"/>
              </a:rPr>
              <a:t>현재 자료는 코드 분석과 RTL 시뮬레이션에 근거한다.</a:t>
            </a:r>
          </a:p>
        </p:txBody>
      </p:sp>
    </p:spTree>
    <p:extLst>
      <p:ext uri="{BB962C8B-B14F-4D97-AF65-F5344CB8AC3E}">
        <p14:creationId xmlns:p14="http://schemas.microsoft.com/office/powerpoint/2010/main" val="566880669"/>
      </p:ext>
    </p:extLst>
  </p:cSld>
</p:sld>
</file>

<file path=ppt/slides/slide2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A5CE71-E83D-4665-9DE1-80333FC2B9CC}"/>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3150" b="1">
                <a:solidFill>
                  <a:srgbClr val="171B1B"/>
                </a:solidFill>
                <a:latin typeface="Malgun Gothic"/>
                <a:ea typeface="Malgun Gothic"/>
                <a:cs typeface="Malgun Gothic"/>
              </a:defRPr>
            </a:defPPr>
            <a:lvl1pPr algn="l">
              <a:defRPr sz="3150" b="1">
                <a:solidFill>
                  <a:srgbClr val="171B1B"/>
                </a:solidFill>
                <a:latin typeface="Malgun Gothic"/>
                <a:ea typeface="Malgun Gothic"/>
                <a:cs typeface="Malgun Gothic"/>
              </a:defRPr>
            </a:lvl1pPr>
            <a:lvl2pPr algn="l">
              <a:defRPr sz="3150" b="1">
                <a:solidFill>
                  <a:srgbClr val="171B1B"/>
                </a:solidFill>
                <a:latin typeface="Malgun Gothic"/>
                <a:ea typeface="Malgun Gothic"/>
                <a:cs typeface="Malgun Gothic"/>
              </a:defRPr>
            </a:lvl2pPr>
            <a:lvl3pPr algn="l">
              <a:defRPr sz="3150" b="1">
                <a:solidFill>
                  <a:srgbClr val="171B1B"/>
                </a:solidFill>
                <a:latin typeface="Malgun Gothic"/>
                <a:ea typeface="Malgun Gothic"/>
                <a:cs typeface="Malgun Gothic"/>
              </a:defRPr>
            </a:lvl3pPr>
            <a:lvl4pPr algn="l">
              <a:defRPr sz="3150" b="1">
                <a:solidFill>
                  <a:srgbClr val="171B1B"/>
                </a:solidFill>
                <a:latin typeface="Malgun Gothic"/>
                <a:ea typeface="Malgun Gothic"/>
                <a:cs typeface="Malgun Gothic"/>
              </a:defRPr>
            </a:lvl4pPr>
            <a:lvl5pPr algn="l">
              <a:defRPr sz="3150" b="1">
                <a:solidFill>
                  <a:srgbClr val="171B1B"/>
                </a:solidFill>
                <a:latin typeface="Malgun Gothic"/>
                <a:ea typeface="Malgun Gothic"/>
                <a:cs typeface="Malgun Gothic"/>
              </a:defRPr>
            </a:lvl5pPr>
            <a:lvl6pPr algn="l">
              <a:defRPr sz="3150" b="1">
                <a:solidFill>
                  <a:srgbClr val="171B1B"/>
                </a:solidFill>
                <a:latin typeface="Malgun Gothic"/>
                <a:ea typeface="Malgun Gothic"/>
                <a:cs typeface="Malgun Gothic"/>
              </a:defRPr>
            </a:lvl6pPr>
            <a:lvl7pPr algn="l">
              <a:defRPr sz="3150" b="1">
                <a:solidFill>
                  <a:srgbClr val="171B1B"/>
                </a:solidFill>
                <a:latin typeface="Malgun Gothic"/>
                <a:ea typeface="Malgun Gothic"/>
                <a:cs typeface="Malgun Gothic"/>
              </a:defRPr>
            </a:lvl7pPr>
            <a:lvl8pPr algn="l">
              <a:defRPr sz="3150" b="1">
                <a:solidFill>
                  <a:srgbClr val="171B1B"/>
                </a:solidFill>
                <a:latin typeface="Malgun Gothic"/>
                <a:ea typeface="Malgun Gothic"/>
                <a:cs typeface="Malgun Gothic"/>
              </a:defRPr>
            </a:lvl8pPr>
            <a:lvl9pPr algn="l">
              <a:defRPr sz="3150" b="1">
                <a:solidFill>
                  <a:srgbClr val="171B1B"/>
                </a:solidFill>
                <a:latin typeface="Malgun Gothic"/>
                <a:ea typeface="Malgun Gothic"/>
                <a:cs typeface="Malgun Gothic"/>
              </a:defRPr>
            </a:lvl9pPr>
          </a:lstStyle>
          <a:p xmlns:a="http://schemas.openxmlformats.org/drawingml/2006/main">
            <a:pPr algn="l">
              <a:defRPr sz="3150" b="1">
                <a:solidFill>
                  <a:srgbClr val="171B1B"/>
                </a:solidFill>
                <a:latin typeface="Malgun Gothic"/>
                <a:ea typeface="Malgun Gothic"/>
                <a:cs typeface="Malgun Gothic"/>
              </a:defRPr>
            </a:pPr>
            <a:r>
              <a:rPr sz="3150" b="1">
                <a:solidFill>
                  <a:srgbClr val="171B1B"/>
                </a:solidFill>
                <a:latin typeface="Malgun Gothic"/>
                <a:ea typeface="Malgun Gothic"/>
                <a:cs typeface="Malgun Gothic"/>
              </a:rPr>
              <a:t>질문과 답변</a:t>
            </a:r>
          </a:p>
        </p:txBody>
      </p:sp>
      <p:sp>
        <p:nvSpPr>
          <p:cNvPr id="2" name="">
            <a:extLst xmlns:a="http://schemas.openxmlformats.org/drawingml/2006/main">
              <a:ext uri="{FF2B5EF4-FFF2-40B4-BE49-F238E27FC236}">
                <a16:creationId xmlns:a16="http://schemas.microsoft.com/office/drawing/2014/main" id="{525CF193-2969-4CA6-86DC-DBB68232F69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171B1B"/>
            </a:solidFill>
            <a:prstDash val="solid"/>
          </a:ln>
        </p:spPr>
      </p:sp>
      <p:sp>
        <p:nvSpPr>
          <p:cNvPr id="3" name="">
            <a:extLst xmlns:a="http://schemas.openxmlformats.org/drawingml/2006/main">
              <a:ext uri="{FF2B5EF4-FFF2-40B4-BE49-F238E27FC236}">
                <a16:creationId xmlns:a16="http://schemas.microsoft.com/office/drawing/2014/main" id="{D354841E-CF7D-4C50-ACD1-85A1CCADEC3F}"/>
              </a:ext>
            </a:extLst>
          </p:cNvPr>
          <p:cNvSpPr>
            <a:spLocks xmlns:a="http://schemas.openxmlformats.org/drawingml/2006/main" noGrp="1"/>
          </p:cNvSpPr>
          <p:nvPr/>
        </p:nvSpPr>
        <p:spPr>
          <a:xfrm xmlns:a="http://schemas.openxmlformats.org/drawingml/2006/main">
            <a:off x="11010900" y="6362700"/>
            <a:ext cx="571500" cy="247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r">
              <a:defRPr sz="1350" b="0">
                <a:solidFill>
                  <a:srgbClr val="626B69"/>
                </a:solidFill>
                <a:latin typeface="Malgun Gothic"/>
                <a:ea typeface="Malgun Gothic"/>
                <a:cs typeface="Malgun Gothic"/>
              </a:defRPr>
            </a:defPPr>
            <a:lvl1pPr algn="r">
              <a:defRPr sz="1350" b="0">
                <a:solidFill>
                  <a:srgbClr val="626B69"/>
                </a:solidFill>
                <a:latin typeface="Malgun Gothic"/>
                <a:ea typeface="Malgun Gothic"/>
                <a:cs typeface="Malgun Gothic"/>
              </a:defRPr>
            </a:lvl1pPr>
            <a:lvl2pPr algn="r">
              <a:defRPr sz="1350" b="0">
                <a:solidFill>
                  <a:srgbClr val="626B69"/>
                </a:solidFill>
                <a:latin typeface="Malgun Gothic"/>
                <a:ea typeface="Malgun Gothic"/>
                <a:cs typeface="Malgun Gothic"/>
              </a:defRPr>
            </a:lvl2pPr>
            <a:lvl3pPr algn="r">
              <a:defRPr sz="1350" b="0">
                <a:solidFill>
                  <a:srgbClr val="626B69"/>
                </a:solidFill>
                <a:latin typeface="Malgun Gothic"/>
                <a:ea typeface="Malgun Gothic"/>
                <a:cs typeface="Malgun Gothic"/>
              </a:defRPr>
            </a:lvl3pPr>
            <a:lvl4pPr algn="r">
              <a:defRPr sz="1350" b="0">
                <a:solidFill>
                  <a:srgbClr val="626B69"/>
                </a:solidFill>
                <a:latin typeface="Malgun Gothic"/>
                <a:ea typeface="Malgun Gothic"/>
                <a:cs typeface="Malgun Gothic"/>
              </a:defRPr>
            </a:lvl4pPr>
            <a:lvl5pPr algn="r">
              <a:defRPr sz="1350" b="0">
                <a:solidFill>
                  <a:srgbClr val="626B69"/>
                </a:solidFill>
                <a:latin typeface="Malgun Gothic"/>
                <a:ea typeface="Malgun Gothic"/>
                <a:cs typeface="Malgun Gothic"/>
              </a:defRPr>
            </a:lvl5pPr>
            <a:lvl6pPr algn="r">
              <a:defRPr sz="1350" b="0">
                <a:solidFill>
                  <a:srgbClr val="626B69"/>
                </a:solidFill>
                <a:latin typeface="Malgun Gothic"/>
                <a:ea typeface="Malgun Gothic"/>
                <a:cs typeface="Malgun Gothic"/>
              </a:defRPr>
            </a:lvl6pPr>
            <a:lvl7pPr algn="r">
              <a:defRPr sz="1350" b="0">
                <a:solidFill>
                  <a:srgbClr val="626B69"/>
                </a:solidFill>
                <a:latin typeface="Malgun Gothic"/>
                <a:ea typeface="Malgun Gothic"/>
                <a:cs typeface="Malgun Gothic"/>
              </a:defRPr>
            </a:lvl7pPr>
            <a:lvl8pPr algn="r">
              <a:defRPr sz="1350" b="0">
                <a:solidFill>
                  <a:srgbClr val="626B69"/>
                </a:solidFill>
                <a:latin typeface="Malgun Gothic"/>
                <a:ea typeface="Malgun Gothic"/>
                <a:cs typeface="Malgun Gothic"/>
              </a:defRPr>
            </a:lvl8pPr>
            <a:lvl9pPr algn="r">
              <a:defRPr sz="1350" b="0">
                <a:solidFill>
                  <a:srgbClr val="626B69"/>
                </a:solidFill>
                <a:latin typeface="Malgun Gothic"/>
                <a:ea typeface="Malgun Gothic"/>
                <a:cs typeface="Malgun Gothic"/>
              </a:defRPr>
            </a:lvl9pPr>
          </a:lstStyle>
          <a:p xmlns:a="http://schemas.openxmlformats.org/drawingml/2006/main">
            <a:pPr algn="r">
              <a:defRPr sz="1350" b="0">
                <a:solidFill>
                  <a:srgbClr val="626B69"/>
                </a:solidFill>
                <a:latin typeface="Malgun Gothic"/>
                <a:ea typeface="Malgun Gothic"/>
                <a:cs typeface="Malgun Gothic"/>
              </a:defRPr>
            </a:pPr>
            <a:r>
              <a:rPr sz="1350" b="0">
                <a:solidFill>
                  <a:srgbClr val="626B69"/>
                </a:solidFill>
                <a:latin typeface="Malgun Gothic"/>
                <a:ea typeface="Malgun Gothic"/>
                <a:cs typeface="Malgun Gothic"/>
              </a:rPr>
              <a:t>20</a:t>
            </a:r>
          </a:p>
        </p:txBody>
      </p:sp>
      <p:sp>
        <p:nvSpPr>
          <p:cNvPr id="4" name="">
            <a:extLst xmlns:a="http://schemas.openxmlformats.org/drawingml/2006/main">
              <a:ext uri="{FF2B5EF4-FFF2-40B4-BE49-F238E27FC236}">
                <a16:creationId xmlns:a16="http://schemas.microsoft.com/office/drawing/2014/main" id="{4A974FB6-B738-4378-90FC-DEBCC3F80EC9}"/>
              </a:ext>
            </a:extLst>
          </p:cNvPr>
          <p:cNvSpPr>
            <a:spLocks xmlns:a="http://schemas.openxmlformats.org/drawingml/2006/main" noGrp="1"/>
          </p:cNvSpPr>
          <p:nvPr/>
        </p:nvSpPr>
        <p:spPr>
          <a:xfrm xmlns:a="http://schemas.openxmlformats.org/drawingml/2006/main">
            <a:off x="685800" y="1762125"/>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325" b="1">
                <a:solidFill>
                  <a:srgbClr val="087E82"/>
                </a:solidFill>
                <a:latin typeface="Malgun Gothic"/>
                <a:ea typeface="Malgun Gothic"/>
                <a:cs typeface="Malgun Gothic"/>
              </a:defRPr>
            </a:defPPr>
            <a:lvl1pPr algn="l">
              <a:defRPr sz="2325" b="1">
                <a:solidFill>
                  <a:srgbClr val="087E82"/>
                </a:solidFill>
                <a:latin typeface="Malgun Gothic"/>
                <a:ea typeface="Malgun Gothic"/>
                <a:cs typeface="Malgun Gothic"/>
              </a:defRPr>
            </a:lvl1pPr>
            <a:lvl2pPr algn="l">
              <a:defRPr sz="2325" b="1">
                <a:solidFill>
                  <a:srgbClr val="087E82"/>
                </a:solidFill>
                <a:latin typeface="Malgun Gothic"/>
                <a:ea typeface="Malgun Gothic"/>
                <a:cs typeface="Malgun Gothic"/>
              </a:defRPr>
            </a:lvl2pPr>
            <a:lvl3pPr algn="l">
              <a:defRPr sz="2325" b="1">
                <a:solidFill>
                  <a:srgbClr val="087E82"/>
                </a:solidFill>
                <a:latin typeface="Malgun Gothic"/>
                <a:ea typeface="Malgun Gothic"/>
                <a:cs typeface="Malgun Gothic"/>
              </a:defRPr>
            </a:lvl3pPr>
            <a:lvl4pPr algn="l">
              <a:defRPr sz="2325" b="1">
                <a:solidFill>
                  <a:srgbClr val="087E82"/>
                </a:solidFill>
                <a:latin typeface="Malgun Gothic"/>
                <a:ea typeface="Malgun Gothic"/>
                <a:cs typeface="Malgun Gothic"/>
              </a:defRPr>
            </a:lvl4pPr>
            <a:lvl5pPr algn="l">
              <a:defRPr sz="2325" b="1">
                <a:solidFill>
                  <a:srgbClr val="087E82"/>
                </a:solidFill>
                <a:latin typeface="Malgun Gothic"/>
                <a:ea typeface="Malgun Gothic"/>
                <a:cs typeface="Malgun Gothic"/>
              </a:defRPr>
            </a:lvl5pPr>
            <a:lvl6pPr algn="l">
              <a:defRPr sz="2325" b="1">
                <a:solidFill>
                  <a:srgbClr val="087E82"/>
                </a:solidFill>
                <a:latin typeface="Malgun Gothic"/>
                <a:ea typeface="Malgun Gothic"/>
                <a:cs typeface="Malgun Gothic"/>
              </a:defRPr>
            </a:lvl6pPr>
            <a:lvl7pPr algn="l">
              <a:defRPr sz="2325" b="1">
                <a:solidFill>
                  <a:srgbClr val="087E82"/>
                </a:solidFill>
                <a:latin typeface="Malgun Gothic"/>
                <a:ea typeface="Malgun Gothic"/>
                <a:cs typeface="Malgun Gothic"/>
              </a:defRPr>
            </a:lvl7pPr>
            <a:lvl8pPr algn="l">
              <a:defRPr sz="2325" b="1">
                <a:solidFill>
                  <a:srgbClr val="087E82"/>
                </a:solidFill>
                <a:latin typeface="Malgun Gothic"/>
                <a:ea typeface="Malgun Gothic"/>
                <a:cs typeface="Malgun Gothic"/>
              </a:defRPr>
            </a:lvl8pPr>
            <a:lvl9pPr algn="l">
              <a:defRPr sz="2325" b="1">
                <a:solidFill>
                  <a:srgbClr val="087E82"/>
                </a:solidFill>
                <a:latin typeface="Malgun Gothic"/>
                <a:ea typeface="Malgun Gothic"/>
                <a:cs typeface="Malgun Gothic"/>
              </a:defRPr>
            </a:lvl9pPr>
          </a:lstStyle>
          <a:p xmlns:a="http://schemas.openxmlformats.org/drawingml/2006/main">
            <a:pPr algn="l">
              <a:defRPr sz="2325" b="1">
                <a:solidFill>
                  <a:srgbClr val="087E82"/>
                </a:solidFill>
                <a:latin typeface="Malgun Gothic"/>
                <a:ea typeface="Malgun Gothic"/>
                <a:cs typeface="Malgun Gothic"/>
              </a:defRPr>
            </a:pPr>
            <a:r>
              <a:rPr sz="2325" b="1">
                <a:solidFill>
                  <a:srgbClr val="087E82"/>
                </a:solidFill>
                <a:latin typeface="Malgun Gothic"/>
                <a:ea typeface="Malgun Gothic"/>
                <a:cs typeface="Malgun Gothic"/>
              </a:rPr>
              <a:t>시계 모드로 돌아가면 스톱워치는?</a:t>
            </a:r>
          </a:p>
        </p:txBody>
      </p:sp>
      <p:sp>
        <p:nvSpPr>
          <p:cNvPr id="5" name="">
            <a:extLst xmlns:a="http://schemas.openxmlformats.org/drawingml/2006/main">
              <a:ext uri="{FF2B5EF4-FFF2-40B4-BE49-F238E27FC236}">
                <a16:creationId xmlns:a16="http://schemas.microsoft.com/office/drawing/2014/main" id="{314A48E9-92D2-4A93-A46C-858A8EABDF13}"/>
              </a:ext>
            </a:extLst>
          </p:cNvPr>
          <p:cNvSpPr>
            <a:spLocks xmlns:a="http://schemas.openxmlformats.org/drawingml/2006/main" noGrp="1"/>
          </p:cNvSpPr>
          <p:nvPr/>
        </p:nvSpPr>
        <p:spPr>
          <a:xfrm xmlns:a="http://schemas.openxmlformats.org/drawingml/2006/main">
            <a:off x="685800" y="2314575"/>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Malgun Gothic"/>
                <a:ea typeface="Malgun Gothic"/>
                <a:cs typeface="Malgun Gothic"/>
              </a:defRPr>
            </a:defPPr>
            <a:lvl1pPr algn="l">
              <a:defRPr sz="2025" b="0">
                <a:solidFill>
                  <a:srgbClr val="171B1B"/>
                </a:solidFill>
                <a:latin typeface="Malgun Gothic"/>
                <a:ea typeface="Malgun Gothic"/>
                <a:cs typeface="Malgun Gothic"/>
              </a:defRPr>
            </a:lvl1pPr>
            <a:lvl2pPr algn="l">
              <a:defRPr sz="2025" b="0">
                <a:solidFill>
                  <a:srgbClr val="171B1B"/>
                </a:solidFill>
                <a:latin typeface="Malgun Gothic"/>
                <a:ea typeface="Malgun Gothic"/>
                <a:cs typeface="Malgun Gothic"/>
              </a:defRPr>
            </a:lvl2pPr>
            <a:lvl3pPr algn="l">
              <a:defRPr sz="2025" b="0">
                <a:solidFill>
                  <a:srgbClr val="171B1B"/>
                </a:solidFill>
                <a:latin typeface="Malgun Gothic"/>
                <a:ea typeface="Malgun Gothic"/>
                <a:cs typeface="Malgun Gothic"/>
              </a:defRPr>
            </a:lvl3pPr>
            <a:lvl4pPr algn="l">
              <a:defRPr sz="2025" b="0">
                <a:solidFill>
                  <a:srgbClr val="171B1B"/>
                </a:solidFill>
                <a:latin typeface="Malgun Gothic"/>
                <a:ea typeface="Malgun Gothic"/>
                <a:cs typeface="Malgun Gothic"/>
              </a:defRPr>
            </a:lvl4pPr>
            <a:lvl5pPr algn="l">
              <a:defRPr sz="2025" b="0">
                <a:solidFill>
                  <a:srgbClr val="171B1B"/>
                </a:solidFill>
                <a:latin typeface="Malgun Gothic"/>
                <a:ea typeface="Malgun Gothic"/>
                <a:cs typeface="Malgun Gothic"/>
              </a:defRPr>
            </a:lvl5pPr>
            <a:lvl6pPr algn="l">
              <a:defRPr sz="2025" b="0">
                <a:solidFill>
                  <a:srgbClr val="171B1B"/>
                </a:solidFill>
                <a:latin typeface="Malgun Gothic"/>
                <a:ea typeface="Malgun Gothic"/>
                <a:cs typeface="Malgun Gothic"/>
              </a:defRPr>
            </a:lvl6pPr>
            <a:lvl7pPr algn="l">
              <a:defRPr sz="2025" b="0">
                <a:solidFill>
                  <a:srgbClr val="171B1B"/>
                </a:solidFill>
                <a:latin typeface="Malgun Gothic"/>
                <a:ea typeface="Malgun Gothic"/>
                <a:cs typeface="Malgun Gothic"/>
              </a:defRPr>
            </a:lvl7pPr>
            <a:lvl8pPr algn="l">
              <a:defRPr sz="2025" b="0">
                <a:solidFill>
                  <a:srgbClr val="171B1B"/>
                </a:solidFill>
                <a:latin typeface="Malgun Gothic"/>
                <a:ea typeface="Malgun Gothic"/>
                <a:cs typeface="Malgun Gothic"/>
              </a:defRPr>
            </a:lvl8pPr>
            <a:lvl9pPr algn="l">
              <a:defRPr sz="2025" b="0">
                <a:solidFill>
                  <a:srgbClr val="171B1B"/>
                </a:solidFill>
                <a:latin typeface="Malgun Gothic"/>
                <a:ea typeface="Malgun Gothic"/>
                <a:cs typeface="Malgun Gothic"/>
              </a:defRPr>
            </a:lvl9pPr>
          </a:lstStyle>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값은 멈추고 running 플래그는 유지한다.</a:t>
            </a:r>
          </a:p>
        </p:txBody>
      </p:sp>
      <p:sp>
        <p:nvSpPr>
          <p:cNvPr id="6" name="">
            <a:extLst xmlns:a="http://schemas.openxmlformats.org/drawingml/2006/main">
              <a:ext uri="{FF2B5EF4-FFF2-40B4-BE49-F238E27FC236}">
                <a16:creationId xmlns:a16="http://schemas.microsoft.com/office/drawing/2014/main" id="{28205B78-5DDE-4FAD-A86C-D85CA5D62409}"/>
              </a:ext>
            </a:extLst>
          </p:cNvPr>
          <p:cNvSpPr>
            <a:spLocks xmlns:a="http://schemas.openxmlformats.org/drawingml/2006/main" noGrp="1"/>
          </p:cNvSpPr>
          <p:nvPr/>
        </p:nvSpPr>
        <p:spPr>
          <a:xfrm xmlns:a="http://schemas.openxmlformats.org/drawingml/2006/main">
            <a:off x="685800" y="3143250"/>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325" b="1">
                <a:solidFill>
                  <a:srgbClr val="087E82"/>
                </a:solidFill>
                <a:latin typeface="Malgun Gothic"/>
                <a:ea typeface="Malgun Gothic"/>
                <a:cs typeface="Malgun Gothic"/>
              </a:defRPr>
            </a:defPPr>
            <a:lvl1pPr algn="l">
              <a:defRPr sz="2325" b="1">
                <a:solidFill>
                  <a:srgbClr val="087E82"/>
                </a:solidFill>
                <a:latin typeface="Malgun Gothic"/>
                <a:ea typeface="Malgun Gothic"/>
                <a:cs typeface="Malgun Gothic"/>
              </a:defRPr>
            </a:lvl1pPr>
            <a:lvl2pPr algn="l">
              <a:defRPr sz="2325" b="1">
                <a:solidFill>
                  <a:srgbClr val="087E82"/>
                </a:solidFill>
                <a:latin typeface="Malgun Gothic"/>
                <a:ea typeface="Malgun Gothic"/>
                <a:cs typeface="Malgun Gothic"/>
              </a:defRPr>
            </a:lvl2pPr>
            <a:lvl3pPr algn="l">
              <a:defRPr sz="2325" b="1">
                <a:solidFill>
                  <a:srgbClr val="087E82"/>
                </a:solidFill>
                <a:latin typeface="Malgun Gothic"/>
                <a:ea typeface="Malgun Gothic"/>
                <a:cs typeface="Malgun Gothic"/>
              </a:defRPr>
            </a:lvl3pPr>
            <a:lvl4pPr algn="l">
              <a:defRPr sz="2325" b="1">
                <a:solidFill>
                  <a:srgbClr val="087E82"/>
                </a:solidFill>
                <a:latin typeface="Malgun Gothic"/>
                <a:ea typeface="Malgun Gothic"/>
                <a:cs typeface="Malgun Gothic"/>
              </a:defRPr>
            </a:lvl4pPr>
            <a:lvl5pPr algn="l">
              <a:defRPr sz="2325" b="1">
                <a:solidFill>
                  <a:srgbClr val="087E82"/>
                </a:solidFill>
                <a:latin typeface="Malgun Gothic"/>
                <a:ea typeface="Malgun Gothic"/>
                <a:cs typeface="Malgun Gothic"/>
              </a:defRPr>
            </a:lvl5pPr>
            <a:lvl6pPr algn="l">
              <a:defRPr sz="2325" b="1">
                <a:solidFill>
                  <a:srgbClr val="087E82"/>
                </a:solidFill>
                <a:latin typeface="Malgun Gothic"/>
                <a:ea typeface="Malgun Gothic"/>
                <a:cs typeface="Malgun Gothic"/>
              </a:defRPr>
            </a:lvl6pPr>
            <a:lvl7pPr algn="l">
              <a:defRPr sz="2325" b="1">
                <a:solidFill>
                  <a:srgbClr val="087E82"/>
                </a:solidFill>
                <a:latin typeface="Malgun Gothic"/>
                <a:ea typeface="Malgun Gothic"/>
                <a:cs typeface="Malgun Gothic"/>
              </a:defRPr>
            </a:lvl7pPr>
            <a:lvl8pPr algn="l">
              <a:defRPr sz="2325" b="1">
                <a:solidFill>
                  <a:srgbClr val="087E82"/>
                </a:solidFill>
                <a:latin typeface="Malgun Gothic"/>
                <a:ea typeface="Malgun Gothic"/>
                <a:cs typeface="Malgun Gothic"/>
              </a:defRPr>
            </a:lvl8pPr>
            <a:lvl9pPr algn="l">
              <a:defRPr sz="2325" b="1">
                <a:solidFill>
                  <a:srgbClr val="087E82"/>
                </a:solidFill>
                <a:latin typeface="Malgun Gothic"/>
                <a:ea typeface="Malgun Gothic"/>
                <a:cs typeface="Malgun Gothic"/>
              </a:defRPr>
            </a:lvl9pPr>
          </a:lstStyle>
          <a:p xmlns:a="http://schemas.openxmlformats.org/drawingml/2006/main">
            <a:pPr algn="l">
              <a:defRPr sz="2325" b="1">
                <a:solidFill>
                  <a:srgbClr val="087E82"/>
                </a:solidFill>
                <a:latin typeface="Malgun Gothic"/>
                <a:ea typeface="Malgun Gothic"/>
                <a:cs typeface="Malgun Gothic"/>
              </a:defRPr>
            </a:pPr>
            <a:r>
              <a:rPr sz="2325" b="1">
                <a:solidFill>
                  <a:srgbClr val="087E82"/>
                </a:solidFill>
                <a:latin typeface="Malgun Gothic"/>
                <a:ea typeface="Malgun Gothic"/>
                <a:cs typeface="Malgun Gothic"/>
              </a:rPr>
              <a:t>디바운스만으로 비동기 입력이 안전한가?</a:t>
            </a:r>
          </a:p>
        </p:txBody>
      </p:sp>
      <p:sp>
        <p:nvSpPr>
          <p:cNvPr id="7" name="">
            <a:extLst xmlns:a="http://schemas.openxmlformats.org/drawingml/2006/main">
              <a:ext uri="{FF2B5EF4-FFF2-40B4-BE49-F238E27FC236}">
                <a16:creationId xmlns:a16="http://schemas.microsoft.com/office/drawing/2014/main" id="{85777C0A-F555-4C6E-B392-3C5472377D45}"/>
              </a:ext>
            </a:extLst>
          </p:cNvPr>
          <p:cNvSpPr>
            <a:spLocks xmlns:a="http://schemas.openxmlformats.org/drawingml/2006/main" noGrp="1"/>
          </p:cNvSpPr>
          <p:nvPr/>
        </p:nvSpPr>
        <p:spPr>
          <a:xfrm xmlns:a="http://schemas.openxmlformats.org/drawingml/2006/main">
            <a:off x="685800" y="3695700"/>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Malgun Gothic"/>
                <a:ea typeface="Malgun Gothic"/>
                <a:cs typeface="Malgun Gothic"/>
              </a:defRPr>
            </a:defPPr>
            <a:lvl1pPr algn="l">
              <a:defRPr sz="2025" b="0">
                <a:solidFill>
                  <a:srgbClr val="171B1B"/>
                </a:solidFill>
                <a:latin typeface="Malgun Gothic"/>
                <a:ea typeface="Malgun Gothic"/>
                <a:cs typeface="Malgun Gothic"/>
              </a:defRPr>
            </a:lvl1pPr>
            <a:lvl2pPr algn="l">
              <a:defRPr sz="2025" b="0">
                <a:solidFill>
                  <a:srgbClr val="171B1B"/>
                </a:solidFill>
                <a:latin typeface="Malgun Gothic"/>
                <a:ea typeface="Malgun Gothic"/>
                <a:cs typeface="Malgun Gothic"/>
              </a:defRPr>
            </a:lvl2pPr>
            <a:lvl3pPr algn="l">
              <a:defRPr sz="2025" b="0">
                <a:solidFill>
                  <a:srgbClr val="171B1B"/>
                </a:solidFill>
                <a:latin typeface="Malgun Gothic"/>
                <a:ea typeface="Malgun Gothic"/>
                <a:cs typeface="Malgun Gothic"/>
              </a:defRPr>
            </a:lvl3pPr>
            <a:lvl4pPr algn="l">
              <a:defRPr sz="2025" b="0">
                <a:solidFill>
                  <a:srgbClr val="171B1B"/>
                </a:solidFill>
                <a:latin typeface="Malgun Gothic"/>
                <a:ea typeface="Malgun Gothic"/>
                <a:cs typeface="Malgun Gothic"/>
              </a:defRPr>
            </a:lvl4pPr>
            <a:lvl5pPr algn="l">
              <a:defRPr sz="2025" b="0">
                <a:solidFill>
                  <a:srgbClr val="171B1B"/>
                </a:solidFill>
                <a:latin typeface="Malgun Gothic"/>
                <a:ea typeface="Malgun Gothic"/>
                <a:cs typeface="Malgun Gothic"/>
              </a:defRPr>
            </a:lvl5pPr>
            <a:lvl6pPr algn="l">
              <a:defRPr sz="2025" b="0">
                <a:solidFill>
                  <a:srgbClr val="171B1B"/>
                </a:solidFill>
                <a:latin typeface="Malgun Gothic"/>
                <a:ea typeface="Malgun Gothic"/>
                <a:cs typeface="Malgun Gothic"/>
              </a:defRPr>
            </a:lvl6pPr>
            <a:lvl7pPr algn="l">
              <a:defRPr sz="2025" b="0">
                <a:solidFill>
                  <a:srgbClr val="171B1B"/>
                </a:solidFill>
                <a:latin typeface="Malgun Gothic"/>
                <a:ea typeface="Malgun Gothic"/>
                <a:cs typeface="Malgun Gothic"/>
              </a:defRPr>
            </a:lvl7pPr>
            <a:lvl8pPr algn="l">
              <a:defRPr sz="2025" b="0">
                <a:solidFill>
                  <a:srgbClr val="171B1B"/>
                </a:solidFill>
                <a:latin typeface="Malgun Gothic"/>
                <a:ea typeface="Malgun Gothic"/>
                <a:cs typeface="Malgun Gothic"/>
              </a:defRPr>
            </a:lvl8pPr>
            <a:lvl9pPr algn="l">
              <a:defRPr sz="2025" b="0">
                <a:solidFill>
                  <a:srgbClr val="171B1B"/>
                </a:solidFill>
                <a:latin typeface="Malgun Gothic"/>
                <a:ea typeface="Malgun Gothic"/>
                <a:cs typeface="Malgun Gothic"/>
              </a:defRPr>
            </a:lvl9pPr>
          </a:lstStyle>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접점 튐과 metastability는 따로 다룬다.</a:t>
            </a:r>
          </a:p>
        </p:txBody>
      </p:sp>
      <p:sp>
        <p:nvSpPr>
          <p:cNvPr id="8" name="">
            <a:extLst xmlns:a="http://schemas.openxmlformats.org/drawingml/2006/main">
              <a:ext uri="{FF2B5EF4-FFF2-40B4-BE49-F238E27FC236}">
                <a16:creationId xmlns:a16="http://schemas.microsoft.com/office/drawing/2014/main" id="{80A441C0-6329-49E3-8A98-FE473FD661CD}"/>
              </a:ext>
            </a:extLst>
          </p:cNvPr>
          <p:cNvSpPr>
            <a:spLocks xmlns:a="http://schemas.openxmlformats.org/drawingml/2006/main" noGrp="1"/>
          </p:cNvSpPr>
          <p:nvPr/>
        </p:nvSpPr>
        <p:spPr>
          <a:xfrm xmlns:a="http://schemas.openxmlformats.org/drawingml/2006/main">
            <a:off x="685800" y="4524375"/>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325" b="1">
                <a:solidFill>
                  <a:srgbClr val="087E82"/>
                </a:solidFill>
                <a:latin typeface="Malgun Gothic"/>
                <a:ea typeface="Malgun Gothic"/>
                <a:cs typeface="Malgun Gothic"/>
              </a:defRPr>
            </a:defPPr>
            <a:lvl1pPr algn="l">
              <a:defRPr sz="2325" b="1">
                <a:solidFill>
                  <a:srgbClr val="087E82"/>
                </a:solidFill>
                <a:latin typeface="Malgun Gothic"/>
                <a:ea typeface="Malgun Gothic"/>
                <a:cs typeface="Malgun Gothic"/>
              </a:defRPr>
            </a:lvl1pPr>
            <a:lvl2pPr algn="l">
              <a:defRPr sz="2325" b="1">
                <a:solidFill>
                  <a:srgbClr val="087E82"/>
                </a:solidFill>
                <a:latin typeface="Malgun Gothic"/>
                <a:ea typeface="Malgun Gothic"/>
                <a:cs typeface="Malgun Gothic"/>
              </a:defRPr>
            </a:lvl2pPr>
            <a:lvl3pPr algn="l">
              <a:defRPr sz="2325" b="1">
                <a:solidFill>
                  <a:srgbClr val="087E82"/>
                </a:solidFill>
                <a:latin typeface="Malgun Gothic"/>
                <a:ea typeface="Malgun Gothic"/>
                <a:cs typeface="Malgun Gothic"/>
              </a:defRPr>
            </a:lvl3pPr>
            <a:lvl4pPr algn="l">
              <a:defRPr sz="2325" b="1">
                <a:solidFill>
                  <a:srgbClr val="087E82"/>
                </a:solidFill>
                <a:latin typeface="Malgun Gothic"/>
                <a:ea typeface="Malgun Gothic"/>
                <a:cs typeface="Malgun Gothic"/>
              </a:defRPr>
            </a:lvl4pPr>
            <a:lvl5pPr algn="l">
              <a:defRPr sz="2325" b="1">
                <a:solidFill>
                  <a:srgbClr val="087E82"/>
                </a:solidFill>
                <a:latin typeface="Malgun Gothic"/>
                <a:ea typeface="Malgun Gothic"/>
                <a:cs typeface="Malgun Gothic"/>
              </a:defRPr>
            </a:lvl5pPr>
            <a:lvl6pPr algn="l">
              <a:defRPr sz="2325" b="1">
                <a:solidFill>
                  <a:srgbClr val="087E82"/>
                </a:solidFill>
                <a:latin typeface="Malgun Gothic"/>
                <a:ea typeface="Malgun Gothic"/>
                <a:cs typeface="Malgun Gothic"/>
              </a:defRPr>
            </a:lvl6pPr>
            <a:lvl7pPr algn="l">
              <a:defRPr sz="2325" b="1">
                <a:solidFill>
                  <a:srgbClr val="087E82"/>
                </a:solidFill>
                <a:latin typeface="Malgun Gothic"/>
                <a:ea typeface="Malgun Gothic"/>
                <a:cs typeface="Malgun Gothic"/>
              </a:defRPr>
            </a:lvl7pPr>
            <a:lvl8pPr algn="l">
              <a:defRPr sz="2325" b="1">
                <a:solidFill>
                  <a:srgbClr val="087E82"/>
                </a:solidFill>
                <a:latin typeface="Malgun Gothic"/>
                <a:ea typeface="Malgun Gothic"/>
                <a:cs typeface="Malgun Gothic"/>
              </a:defRPr>
            </a:lvl8pPr>
            <a:lvl9pPr algn="l">
              <a:defRPr sz="2325" b="1">
                <a:solidFill>
                  <a:srgbClr val="087E82"/>
                </a:solidFill>
                <a:latin typeface="Malgun Gothic"/>
                <a:ea typeface="Malgun Gothic"/>
                <a:cs typeface="Malgun Gothic"/>
              </a:defRPr>
            </a:lvl9pPr>
          </a:lstStyle>
          <a:p xmlns:a="http://schemas.openxmlformats.org/drawingml/2006/main">
            <a:pPr algn="l">
              <a:defRPr sz="2325" b="1">
                <a:solidFill>
                  <a:srgbClr val="087E82"/>
                </a:solidFill>
                <a:latin typeface="Malgun Gothic"/>
                <a:ea typeface="Malgun Gothic"/>
                <a:cs typeface="Malgun Gothic"/>
              </a:defRPr>
            </a:pPr>
            <a:r>
              <a:rPr sz="2325" b="1">
                <a:solidFill>
                  <a:srgbClr val="087E82"/>
                </a:solidFill>
                <a:latin typeface="Malgun Gothic"/>
                <a:ea typeface="Malgun Gothic"/>
                <a:cs typeface="Malgun Gothic"/>
              </a:rPr>
              <a:t>PASS면 보드 동작까지 보장되는가?</a:t>
            </a:r>
          </a:p>
        </p:txBody>
      </p:sp>
      <p:sp>
        <p:nvSpPr>
          <p:cNvPr id="9" name="">
            <a:extLst xmlns:a="http://schemas.openxmlformats.org/drawingml/2006/main">
              <a:ext uri="{FF2B5EF4-FFF2-40B4-BE49-F238E27FC236}">
                <a16:creationId xmlns:a16="http://schemas.microsoft.com/office/drawing/2014/main" id="{768D551B-802B-4F60-B002-BE88FCF68D50}"/>
              </a:ext>
            </a:extLst>
          </p:cNvPr>
          <p:cNvSpPr>
            <a:spLocks xmlns:a="http://schemas.openxmlformats.org/drawingml/2006/main" noGrp="1"/>
          </p:cNvSpPr>
          <p:nvPr/>
        </p:nvSpPr>
        <p:spPr>
          <a:xfrm xmlns:a="http://schemas.openxmlformats.org/drawingml/2006/main">
            <a:off x="685800" y="5076825"/>
            <a:ext cx="1082040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lstStyle xmlns:a="http://schemas.openxmlformats.org/drawingml/2006/main">
            <a:defPPr algn="l">
              <a:defRPr sz="2025" b="0">
                <a:solidFill>
                  <a:srgbClr val="171B1B"/>
                </a:solidFill>
                <a:latin typeface="Malgun Gothic"/>
                <a:ea typeface="Malgun Gothic"/>
                <a:cs typeface="Malgun Gothic"/>
              </a:defRPr>
            </a:defPPr>
            <a:lvl1pPr algn="l">
              <a:defRPr sz="2025" b="0">
                <a:solidFill>
                  <a:srgbClr val="171B1B"/>
                </a:solidFill>
                <a:latin typeface="Malgun Gothic"/>
                <a:ea typeface="Malgun Gothic"/>
                <a:cs typeface="Malgun Gothic"/>
              </a:defRPr>
            </a:lvl1pPr>
            <a:lvl2pPr algn="l">
              <a:defRPr sz="2025" b="0">
                <a:solidFill>
                  <a:srgbClr val="171B1B"/>
                </a:solidFill>
                <a:latin typeface="Malgun Gothic"/>
                <a:ea typeface="Malgun Gothic"/>
                <a:cs typeface="Malgun Gothic"/>
              </a:defRPr>
            </a:lvl2pPr>
            <a:lvl3pPr algn="l">
              <a:defRPr sz="2025" b="0">
                <a:solidFill>
                  <a:srgbClr val="171B1B"/>
                </a:solidFill>
                <a:latin typeface="Malgun Gothic"/>
                <a:ea typeface="Malgun Gothic"/>
                <a:cs typeface="Malgun Gothic"/>
              </a:defRPr>
            </a:lvl3pPr>
            <a:lvl4pPr algn="l">
              <a:defRPr sz="2025" b="0">
                <a:solidFill>
                  <a:srgbClr val="171B1B"/>
                </a:solidFill>
                <a:latin typeface="Malgun Gothic"/>
                <a:ea typeface="Malgun Gothic"/>
                <a:cs typeface="Malgun Gothic"/>
              </a:defRPr>
            </a:lvl4pPr>
            <a:lvl5pPr algn="l">
              <a:defRPr sz="2025" b="0">
                <a:solidFill>
                  <a:srgbClr val="171B1B"/>
                </a:solidFill>
                <a:latin typeface="Malgun Gothic"/>
                <a:ea typeface="Malgun Gothic"/>
                <a:cs typeface="Malgun Gothic"/>
              </a:defRPr>
            </a:lvl5pPr>
            <a:lvl6pPr algn="l">
              <a:defRPr sz="2025" b="0">
                <a:solidFill>
                  <a:srgbClr val="171B1B"/>
                </a:solidFill>
                <a:latin typeface="Malgun Gothic"/>
                <a:ea typeface="Malgun Gothic"/>
                <a:cs typeface="Malgun Gothic"/>
              </a:defRPr>
            </a:lvl6pPr>
            <a:lvl7pPr algn="l">
              <a:defRPr sz="2025" b="0">
                <a:solidFill>
                  <a:srgbClr val="171B1B"/>
                </a:solidFill>
                <a:latin typeface="Malgun Gothic"/>
                <a:ea typeface="Malgun Gothic"/>
                <a:cs typeface="Malgun Gothic"/>
              </a:defRPr>
            </a:lvl7pPr>
            <a:lvl8pPr algn="l">
              <a:defRPr sz="2025" b="0">
                <a:solidFill>
                  <a:srgbClr val="171B1B"/>
                </a:solidFill>
                <a:latin typeface="Malgun Gothic"/>
                <a:ea typeface="Malgun Gothic"/>
                <a:cs typeface="Malgun Gothic"/>
              </a:defRPr>
            </a:lvl8pPr>
            <a:lvl9pPr algn="l">
              <a:defRPr sz="2025" b="0">
                <a:solidFill>
                  <a:srgbClr val="171B1B"/>
                </a:solidFill>
                <a:latin typeface="Malgun Gothic"/>
                <a:ea typeface="Malgun Gothic"/>
                <a:cs typeface="Malgun Gothic"/>
              </a:defRPr>
            </a:lvl9pPr>
          </a:lstStyle>
          <a:p xmlns:a="http://schemas.openxmlformats.org/drawingml/2006/main">
            <a:pPr algn="l">
              <a:defRPr sz="2025" b="0">
                <a:solidFill>
                  <a:srgbClr val="171B1B"/>
                </a:solidFill>
                <a:latin typeface="Malgun Gothic"/>
                <a:ea typeface="Malgun Gothic"/>
                <a:cs typeface="Malgun Gothic"/>
              </a:defRPr>
            </a:pPr>
            <a:r>
              <a:rPr sz="2025" b="0">
                <a:solidFill>
                  <a:srgbClr val="171B1B"/>
                </a:solidFill>
                <a:latin typeface="Malgun Gothic"/>
                <a:ea typeface="Malgun Gothic"/>
                <a:cs typeface="Malgun Gothic"/>
              </a:rPr>
              <a:t>TB 범위의 RTL 검증이며 보드 확인은 별도다.</a:t>
            </a:r>
          </a:p>
        </p:txBody>
      </p:sp>
    </p:spTree>
    <p:extLst>
      <p:ext uri="{BB962C8B-B14F-4D97-AF65-F5344CB8AC3E}">
        <p14:creationId xmlns:p14="http://schemas.microsoft.com/office/powerpoint/2010/main" val="789781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2026-10-22T07:16:29.0570000Z</dcterms:created>
  <dcterms:modified xsi:type="dcterms:W3CDTF">2026-10-22T07:16:29.0570000Z</dcterms:modified>
</coreProperties>
</file>